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1430000" cy="8851900"/>
  <p:notesSz cx="11430000" cy="88519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356" y="3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d Williams" userId="13a0b40d24fac4ec" providerId="LiveId" clId="{47BDAF80-53FF-4913-9DCC-6CB4740D2951}"/>
    <pc:docChg chg="modSld">
      <pc:chgData name="Anand Williams" userId="13a0b40d24fac4ec" providerId="LiveId" clId="{47BDAF80-53FF-4913-9DCC-6CB4740D2951}" dt="2026-10-04T17:15:51.510" v="28" actId="20577"/>
      <pc:docMkLst>
        <pc:docMk/>
      </pc:docMkLst>
      <pc:sldChg chg="modSp mod">
        <pc:chgData name="Anand Williams" userId="13a0b40d24fac4ec" providerId="LiveId" clId="{47BDAF80-53FF-4913-9DCC-6CB4740D2951}" dt="2026-10-04T17:14:27.730" v="11" actId="20577"/>
        <pc:sldMkLst>
          <pc:docMk/>
          <pc:sldMk cId="0" sldId="259"/>
        </pc:sldMkLst>
        <pc:spChg chg="mod">
          <ac:chgData name="Anand Williams" userId="13a0b40d24fac4ec" providerId="LiveId" clId="{47BDAF80-53FF-4913-9DCC-6CB4740D2951}" dt="2026-10-04T17:14:27.730" v="11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Anand Williams" userId="13a0b40d24fac4ec" providerId="LiveId" clId="{47BDAF80-53FF-4913-9DCC-6CB4740D2951}" dt="2026-10-04T17:15:51.510" v="28" actId="20577"/>
        <pc:sldMkLst>
          <pc:docMk/>
          <pc:sldMk cId="0" sldId="261"/>
        </pc:sldMkLst>
        <pc:spChg chg="mod">
          <ac:chgData name="Anand Williams" userId="13a0b40d24fac4ec" providerId="LiveId" clId="{47BDAF80-53FF-4913-9DCC-6CB4740D2951}" dt="2026-10-04T17:15:51.510" v="28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Anand Williams" userId="13a0b40d24fac4ec" providerId="LiveId" clId="{47BDAF80-53FF-4913-9DCC-6CB4740D2951}" dt="2026-10-04T17:15:28.413" v="17" actId="20577"/>
        <pc:sldMkLst>
          <pc:docMk/>
          <pc:sldMk cId="0" sldId="262"/>
        </pc:sldMkLst>
        <pc:spChg chg="mod">
          <ac:chgData name="Anand Williams" userId="13a0b40d24fac4ec" providerId="LiveId" clId="{47BDAF80-53FF-4913-9DCC-6CB4740D2951}" dt="2026-10-04T17:15:28.413" v="17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Anand Williams" userId="13a0b40d24fac4ec" providerId="LiveId" clId="{47BDAF80-53FF-4913-9DCC-6CB4740D2951}" dt="2026-10-04T17:14:51.440" v="13" actId="20577"/>
        <pc:sldMkLst>
          <pc:docMk/>
          <pc:sldMk cId="0" sldId="263"/>
        </pc:sldMkLst>
        <pc:spChg chg="mod">
          <ac:chgData name="Anand Williams" userId="13a0b40d24fac4ec" providerId="LiveId" clId="{47BDAF80-53FF-4913-9DCC-6CB4740D2951}" dt="2026-10-04T17:14:51.440" v="13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Anand Williams" userId="13a0b40d24fac4ec" providerId="LiveId" clId="{47BDAF80-53FF-4913-9DCC-6CB4740D2951}" dt="2026-10-04T17:15:06.246" v="15" actId="20577"/>
        <pc:sldMkLst>
          <pc:docMk/>
          <pc:sldMk cId="0" sldId="264"/>
        </pc:sldMkLst>
        <pc:spChg chg="mod">
          <ac:chgData name="Anand Williams" userId="13a0b40d24fac4ec" providerId="LiveId" clId="{47BDAF80-53FF-4913-9DCC-6CB4740D2951}" dt="2026-10-04T17:15:06.246" v="15" actId="20577"/>
          <ac:spMkLst>
            <pc:docMk/>
            <pc:sldMk cId="0" sldId="264"/>
            <ac:spMk id="1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233838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233838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233838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233838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4" y="444500"/>
            <a:ext cx="7413625" cy="892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233838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499" y="2628899"/>
            <a:ext cx="10287000" cy="2377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FFFD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7374" y="2092325"/>
            <a:ext cx="240792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b="0" spc="165" dirty="0">
                <a:latin typeface="SimSun-ExtB"/>
                <a:cs typeface="SimSun-ExtB"/>
              </a:rPr>
              <a:t>Agentic AI</a:t>
            </a:r>
            <a:endParaRPr b="0" spc="165" dirty="0">
              <a:latin typeface="SimSun-ExtB"/>
              <a:cs typeface="SimSun-ExtB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0074" y="3514724"/>
            <a:ext cx="10229850" cy="19050"/>
          </a:xfrm>
          <a:custGeom>
            <a:avLst/>
            <a:gdLst/>
            <a:ahLst/>
            <a:cxnLst/>
            <a:rect l="l" t="t" r="r" b="b"/>
            <a:pathLst>
              <a:path w="10229850" h="19050">
                <a:moveTo>
                  <a:pt x="10222954" y="19049"/>
                </a:moveTo>
                <a:lnTo>
                  <a:pt x="6894" y="19049"/>
                </a:lnTo>
                <a:lnTo>
                  <a:pt x="4649" y="18119"/>
                </a:lnTo>
                <a:lnTo>
                  <a:pt x="929" y="14399"/>
                </a:lnTo>
                <a:lnTo>
                  <a:pt x="0" y="12155"/>
                </a:lnTo>
                <a:lnTo>
                  <a:pt x="0" y="9524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0222954" y="0"/>
                </a:lnTo>
                <a:lnTo>
                  <a:pt x="10225199" y="929"/>
                </a:lnTo>
                <a:lnTo>
                  <a:pt x="10228919" y="4649"/>
                </a:lnTo>
                <a:lnTo>
                  <a:pt x="10229849" y="6894"/>
                </a:lnTo>
                <a:lnTo>
                  <a:pt x="10229849" y="12155"/>
                </a:lnTo>
                <a:lnTo>
                  <a:pt x="10228919" y="14399"/>
                </a:lnTo>
                <a:lnTo>
                  <a:pt x="10225199" y="18119"/>
                </a:lnTo>
                <a:lnTo>
                  <a:pt x="10222954" y="19049"/>
                </a:lnTo>
                <a:close/>
              </a:path>
            </a:pathLst>
          </a:custGeom>
          <a:solidFill>
            <a:srgbClr val="3B4E4E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87374" y="2987674"/>
            <a:ext cx="3849370" cy="1269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AI</a:t>
            </a:r>
            <a:r>
              <a:rPr sz="1350" spc="-14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That</a:t>
            </a:r>
            <a:r>
              <a:rPr sz="135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Can</a:t>
            </a:r>
            <a:r>
              <a:rPr sz="1350" spc="-13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Think,</a:t>
            </a:r>
            <a:r>
              <a:rPr sz="135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Plan</a:t>
            </a:r>
            <a:r>
              <a:rPr sz="1350" spc="-7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and</a:t>
            </a:r>
            <a:r>
              <a:rPr sz="1350" spc="-14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3B4E4E"/>
                </a:solidFill>
                <a:latin typeface="Tahoma"/>
                <a:cs typeface="Tahoma"/>
              </a:rPr>
              <a:t>Act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350" spc="-40" dirty="0">
                <a:solidFill>
                  <a:srgbClr val="3B4E4E"/>
                </a:solidFill>
                <a:latin typeface="Tahoma"/>
                <a:cs typeface="Tahoma"/>
              </a:rPr>
              <a:t>Name:</a:t>
            </a:r>
            <a:r>
              <a:rPr sz="1350" spc="-10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b="1" spc="-95" dirty="0">
                <a:solidFill>
                  <a:srgbClr val="3B4E4E"/>
                </a:solidFill>
                <a:latin typeface="Trebuchet MS"/>
                <a:cs typeface="Trebuchet MS"/>
              </a:rPr>
              <a:t>U.</a:t>
            </a:r>
            <a:r>
              <a:rPr sz="1350" b="1" spc="-110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350" b="1" dirty="0">
                <a:solidFill>
                  <a:srgbClr val="3B4E4E"/>
                </a:solidFill>
                <a:latin typeface="Trebuchet MS"/>
                <a:cs typeface="Trebuchet MS"/>
              </a:rPr>
              <a:t>Anand</a:t>
            </a:r>
            <a:r>
              <a:rPr sz="1350" b="1" spc="-55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350" b="1" dirty="0">
                <a:solidFill>
                  <a:srgbClr val="3B4E4E"/>
                </a:solidFill>
                <a:latin typeface="Trebuchet MS"/>
                <a:cs typeface="Trebuchet MS"/>
              </a:rPr>
              <a:t>Williams</a:t>
            </a:r>
            <a:r>
              <a:rPr sz="1350" b="1" spc="240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|</a:t>
            </a:r>
            <a:r>
              <a:rPr sz="1350" spc="22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Roll</a:t>
            </a:r>
            <a:r>
              <a:rPr sz="1350" spc="-10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55" dirty="0">
                <a:solidFill>
                  <a:srgbClr val="3B4E4E"/>
                </a:solidFill>
                <a:latin typeface="Tahoma"/>
                <a:cs typeface="Tahoma"/>
              </a:rPr>
              <a:t>No:</a:t>
            </a:r>
            <a:r>
              <a:rPr sz="1350" spc="-10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3B4E4E"/>
                </a:solidFill>
                <a:latin typeface="Trebuchet MS"/>
                <a:cs typeface="Trebuchet MS"/>
              </a:rPr>
              <a:t>261FB04045</a:t>
            </a: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Department:</a:t>
            </a:r>
            <a:r>
              <a:rPr sz="1350" spc="-10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b="1" spc="75" dirty="0">
                <a:solidFill>
                  <a:srgbClr val="3B4E4E"/>
                </a:solidFill>
                <a:latin typeface="Trebuchet MS"/>
                <a:cs typeface="Trebuchet MS"/>
              </a:rPr>
              <a:t>CSE</a:t>
            </a:r>
            <a:r>
              <a:rPr sz="1350" b="1" spc="245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|</a:t>
            </a:r>
            <a:r>
              <a:rPr sz="1350" spc="22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College:</a:t>
            </a:r>
            <a:r>
              <a:rPr sz="1350" spc="-10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b="1" dirty="0">
                <a:solidFill>
                  <a:srgbClr val="3B4E4E"/>
                </a:solidFill>
                <a:latin typeface="Trebuchet MS"/>
                <a:cs typeface="Trebuchet MS"/>
              </a:rPr>
              <a:t>Vignan</a:t>
            </a:r>
            <a:r>
              <a:rPr sz="1350" b="1" spc="-50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350" b="1" spc="-10" dirty="0">
                <a:solidFill>
                  <a:srgbClr val="3B4E4E"/>
                </a:solidFill>
                <a:latin typeface="Trebuchet MS"/>
                <a:cs typeface="Trebuchet MS"/>
              </a:rPr>
              <a:t>University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FFFD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8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6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pc="-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pc="-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4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7374" y="1688464"/>
            <a:ext cx="483552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Artificial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Intelligence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means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machines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that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can</a:t>
            </a:r>
            <a:r>
              <a:rPr sz="1350" spc="-4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3B4E4E"/>
                </a:solidFill>
                <a:latin typeface="Trebuchet MS"/>
                <a:cs typeface="Trebuchet MS"/>
              </a:rPr>
              <a:t>learn</a:t>
            </a:r>
            <a:r>
              <a:rPr sz="1350" b="1" dirty="0">
                <a:solidFill>
                  <a:srgbClr val="3B4E4E"/>
                </a:solidFill>
                <a:latin typeface="Trebuchet MS"/>
                <a:cs typeface="Trebuchet MS"/>
              </a:rPr>
              <a:t> and</a:t>
            </a:r>
            <a:r>
              <a:rPr sz="1350" b="1" spc="5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350" b="1" spc="-20" dirty="0">
                <a:solidFill>
                  <a:srgbClr val="3B4E4E"/>
                </a:solidFill>
                <a:latin typeface="Trebuchet MS"/>
                <a:cs typeface="Trebuchet MS"/>
              </a:rPr>
              <a:t>make </a:t>
            </a:r>
            <a:r>
              <a:rPr sz="1350" b="1" spc="-10" dirty="0">
                <a:solidFill>
                  <a:srgbClr val="3B4E4E"/>
                </a:solidFill>
                <a:latin typeface="Trebuchet MS"/>
                <a:cs typeface="Trebuchet MS"/>
              </a:rPr>
              <a:t>decisions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7374" y="2463800"/>
            <a:ext cx="216725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65" dirty="0">
                <a:solidFill>
                  <a:srgbClr val="3B4E4E"/>
                </a:solidFill>
                <a:latin typeface="Tahoma"/>
                <a:cs typeface="Tahoma"/>
              </a:rPr>
              <a:t>We</a:t>
            </a:r>
            <a:r>
              <a:rPr sz="1350" spc="-9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already</a:t>
            </a:r>
            <a:r>
              <a:rPr sz="1350" spc="-8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use</a:t>
            </a:r>
            <a:r>
              <a:rPr sz="1350" spc="-15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AI</a:t>
            </a:r>
            <a:r>
              <a:rPr sz="1350" spc="-8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every</a:t>
            </a:r>
            <a:r>
              <a:rPr sz="1350" spc="-8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3B4E4E"/>
                </a:solidFill>
                <a:latin typeface="Tahoma"/>
                <a:cs typeface="Tahoma"/>
              </a:rPr>
              <a:t>day: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7699" y="30098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B4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7699" y="33432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B4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47699" y="36766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B4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61516" y="2892425"/>
            <a:ext cx="2124075" cy="897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Netflix</a:t>
            </a:r>
            <a:r>
              <a:rPr sz="1350" spc="2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recommendations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Google</a:t>
            </a:r>
            <a:r>
              <a:rPr sz="1350" spc="-3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Search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Voice</a:t>
            </a:r>
            <a:r>
              <a:rPr sz="1350" spc="-6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assistants</a:t>
            </a:r>
            <a:r>
              <a:rPr sz="1350" spc="-5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(Siri,</a:t>
            </a:r>
            <a:r>
              <a:rPr sz="1350" spc="-12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Alexa)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7374" y="3917314"/>
            <a:ext cx="4740910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Traditional</a:t>
            </a:r>
            <a:r>
              <a:rPr sz="1350" spc="-14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AI</a:t>
            </a:r>
            <a:r>
              <a:rPr sz="1350" spc="-8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mainly</a:t>
            </a:r>
            <a:r>
              <a:rPr sz="135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b="1" dirty="0">
                <a:solidFill>
                  <a:srgbClr val="3B4E4E"/>
                </a:solidFill>
                <a:latin typeface="Trebuchet MS"/>
                <a:cs typeface="Trebuchet MS"/>
              </a:rPr>
              <a:t>responds</a:t>
            </a:r>
            <a:r>
              <a:rPr sz="1350" b="1" spc="-30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350" b="1" dirty="0">
                <a:solidFill>
                  <a:srgbClr val="3B4E4E"/>
                </a:solidFill>
                <a:latin typeface="Trebuchet MS"/>
                <a:cs typeface="Trebuchet MS"/>
              </a:rPr>
              <a:t>to</a:t>
            </a:r>
            <a:r>
              <a:rPr sz="1350" b="1" spc="-25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350" b="1" dirty="0">
                <a:solidFill>
                  <a:srgbClr val="3B4E4E"/>
                </a:solidFill>
                <a:latin typeface="Trebuchet MS"/>
                <a:cs typeface="Trebuchet MS"/>
              </a:rPr>
              <a:t>specific</a:t>
            </a:r>
            <a:r>
              <a:rPr sz="1350" b="1" spc="-30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350" b="1" dirty="0">
                <a:solidFill>
                  <a:srgbClr val="3B4E4E"/>
                </a:solidFill>
                <a:latin typeface="Trebuchet MS"/>
                <a:cs typeface="Trebuchet MS"/>
              </a:rPr>
              <a:t>inputs</a:t>
            </a:r>
            <a:r>
              <a:rPr sz="1350" b="1" spc="-60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and</a:t>
            </a:r>
            <a:r>
              <a:rPr sz="1350" spc="-8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gives</a:t>
            </a:r>
            <a:r>
              <a:rPr sz="135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3B4E4E"/>
                </a:solidFill>
                <a:latin typeface="Tahoma"/>
                <a:cs typeface="Tahoma"/>
              </a:rPr>
              <a:t>an </a:t>
            </a:r>
            <a:r>
              <a:rPr sz="1350" spc="-30" dirty="0">
                <a:solidFill>
                  <a:srgbClr val="3B4E4E"/>
                </a:solidFill>
                <a:latin typeface="Tahoma"/>
                <a:cs typeface="Tahoma"/>
              </a:rPr>
              <a:t>answer.</a:t>
            </a:r>
            <a:r>
              <a:rPr sz="1350" spc="-8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55" dirty="0">
                <a:solidFill>
                  <a:srgbClr val="3B4E4E"/>
                </a:solidFill>
                <a:latin typeface="Tahoma"/>
                <a:cs typeface="Tahoma"/>
              </a:rPr>
              <a:t>Now,</a:t>
            </a:r>
            <a:r>
              <a:rPr sz="1350" spc="-14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AI</a:t>
            </a:r>
            <a:r>
              <a:rPr sz="1350" spc="-8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has</a:t>
            </a:r>
            <a:r>
              <a:rPr sz="1350" spc="-8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moved</a:t>
            </a:r>
            <a:r>
              <a:rPr sz="1350" spc="-8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toward</a:t>
            </a:r>
            <a:r>
              <a:rPr sz="1350" spc="-8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systems</a:t>
            </a:r>
            <a:r>
              <a:rPr sz="1350" spc="-8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that</a:t>
            </a:r>
            <a:r>
              <a:rPr sz="1350" spc="-8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can</a:t>
            </a:r>
            <a:r>
              <a:rPr sz="1350" spc="-8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perform </a:t>
            </a:r>
            <a:r>
              <a:rPr sz="1350" b="1" spc="-20" dirty="0">
                <a:solidFill>
                  <a:srgbClr val="3B4E4E"/>
                </a:solidFill>
                <a:latin typeface="Trebuchet MS"/>
                <a:cs typeface="Trebuchet MS"/>
              </a:rPr>
              <a:t>multiple</a:t>
            </a:r>
            <a:r>
              <a:rPr sz="1350" b="1" spc="-30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350" b="1" dirty="0">
                <a:solidFill>
                  <a:srgbClr val="3B4E4E"/>
                </a:solidFill>
                <a:latin typeface="Trebuchet MS"/>
                <a:cs typeface="Trebuchet MS"/>
              </a:rPr>
              <a:t>tasks</a:t>
            </a:r>
            <a:r>
              <a:rPr sz="1350" b="1" spc="-30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350" b="1" dirty="0">
                <a:solidFill>
                  <a:srgbClr val="3B4E4E"/>
                </a:solidFill>
                <a:latin typeface="Trebuchet MS"/>
                <a:cs typeface="Trebuchet MS"/>
              </a:rPr>
              <a:t>on</a:t>
            </a:r>
            <a:r>
              <a:rPr sz="1350" b="1" spc="-30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350" b="1" spc="-20" dirty="0">
                <a:solidFill>
                  <a:srgbClr val="3B4E4E"/>
                </a:solidFill>
                <a:latin typeface="Trebuchet MS"/>
                <a:cs typeface="Trebuchet MS"/>
              </a:rPr>
              <a:t>their</a:t>
            </a:r>
            <a:r>
              <a:rPr sz="1350" b="1" spc="-30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350" b="1" spc="-20" dirty="0">
                <a:solidFill>
                  <a:srgbClr val="3B4E4E"/>
                </a:solidFill>
                <a:latin typeface="Trebuchet MS"/>
                <a:cs typeface="Trebuchet MS"/>
              </a:rPr>
              <a:t>own</a:t>
            </a:r>
            <a:r>
              <a:rPr sz="1350" spc="-20" dirty="0">
                <a:solidFill>
                  <a:srgbClr val="3B4E4E"/>
                </a:solidFill>
                <a:latin typeface="Tahoma"/>
                <a:cs typeface="Tahoma"/>
              </a:rPr>
              <a:t>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20928" y="1763712"/>
            <a:ext cx="161671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65" dirty="0">
                <a:solidFill>
                  <a:srgbClr val="233838"/>
                </a:solidFill>
                <a:latin typeface="Trebuchet MS"/>
                <a:cs typeface="Trebuchet MS"/>
              </a:rPr>
              <a:t>The</a:t>
            </a:r>
            <a:r>
              <a:rPr sz="1650" b="1" spc="-85" dirty="0">
                <a:solidFill>
                  <a:srgbClr val="233838"/>
                </a:solidFill>
                <a:latin typeface="Trebuchet MS"/>
                <a:cs typeface="Trebuchet MS"/>
              </a:rPr>
              <a:t> </a:t>
            </a:r>
            <a:r>
              <a:rPr sz="1650" b="1" spc="135" dirty="0">
                <a:solidFill>
                  <a:srgbClr val="233838"/>
                </a:solidFill>
                <a:latin typeface="Trebuchet MS"/>
                <a:cs typeface="Trebuchet MS"/>
              </a:rPr>
              <a:t>Evolution</a:t>
            </a:r>
            <a:endParaRPr sz="165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928677" y="2242502"/>
            <a:ext cx="868044" cy="1067435"/>
            <a:chOff x="5928677" y="2242502"/>
            <a:chExt cx="868044" cy="1067435"/>
          </a:xfrm>
        </p:grpSpPr>
        <p:sp>
          <p:nvSpPr>
            <p:cNvPr id="13" name="object 13"/>
            <p:cNvSpPr/>
            <p:nvPr/>
          </p:nvSpPr>
          <p:spPr>
            <a:xfrm>
              <a:off x="5934074" y="2247899"/>
              <a:ext cx="857250" cy="1056640"/>
            </a:xfrm>
            <a:custGeom>
              <a:avLst/>
              <a:gdLst/>
              <a:ahLst/>
              <a:cxnLst/>
              <a:rect l="l" t="t" r="r" b="b"/>
              <a:pathLst>
                <a:path w="857250" h="1056639">
                  <a:moveTo>
                    <a:pt x="428624" y="1056530"/>
                  </a:moveTo>
                  <a:lnTo>
                    <a:pt x="0" y="885080"/>
                  </a:lnTo>
                  <a:lnTo>
                    <a:pt x="0" y="0"/>
                  </a:lnTo>
                  <a:lnTo>
                    <a:pt x="428624" y="171449"/>
                  </a:lnTo>
                  <a:lnTo>
                    <a:pt x="857249" y="0"/>
                  </a:lnTo>
                  <a:lnTo>
                    <a:pt x="857249" y="885080"/>
                  </a:lnTo>
                  <a:lnTo>
                    <a:pt x="428624" y="1056530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34074" y="2247899"/>
              <a:ext cx="857250" cy="1056640"/>
            </a:xfrm>
            <a:custGeom>
              <a:avLst/>
              <a:gdLst/>
              <a:ahLst/>
              <a:cxnLst/>
              <a:rect l="l" t="t" r="r" b="b"/>
              <a:pathLst>
                <a:path w="857250" h="1056639">
                  <a:moveTo>
                    <a:pt x="0" y="885080"/>
                  </a:moveTo>
                  <a:lnTo>
                    <a:pt x="428624" y="1056530"/>
                  </a:lnTo>
                  <a:lnTo>
                    <a:pt x="857249" y="885080"/>
                  </a:lnTo>
                  <a:lnTo>
                    <a:pt x="857249" y="0"/>
                  </a:lnTo>
                  <a:lnTo>
                    <a:pt x="428624" y="171449"/>
                  </a:lnTo>
                  <a:lnTo>
                    <a:pt x="0" y="0"/>
                  </a:lnTo>
                  <a:lnTo>
                    <a:pt x="0" y="885080"/>
                  </a:lnTo>
                  <a:close/>
                </a:path>
              </a:pathLst>
            </a:custGeom>
            <a:ln w="10715">
              <a:solidFill>
                <a:srgbClr val="C2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299398" y="2587625"/>
            <a:ext cx="12573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440" dirty="0">
                <a:solidFill>
                  <a:srgbClr val="3B4E4E"/>
                </a:solidFill>
                <a:latin typeface="Trebuchet MS"/>
                <a:cs typeface="Trebuchet MS"/>
              </a:rPr>
              <a:t>1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49628" y="2392362"/>
            <a:ext cx="1697989" cy="683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30" dirty="0">
                <a:solidFill>
                  <a:srgbClr val="3B4E4E"/>
                </a:solidFill>
                <a:latin typeface="Trebuchet MS"/>
                <a:cs typeface="Trebuchet MS"/>
              </a:rPr>
              <a:t>Traditional</a:t>
            </a:r>
            <a:r>
              <a:rPr sz="1650" b="1" spc="-75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650" b="1" spc="150" dirty="0">
                <a:solidFill>
                  <a:srgbClr val="3B4E4E"/>
                </a:solidFill>
                <a:latin typeface="Trebuchet MS"/>
                <a:cs typeface="Trebuchet MS"/>
              </a:rPr>
              <a:t>AI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Rule-based</a:t>
            </a:r>
            <a:r>
              <a:rPr sz="1350" spc="1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responses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928677" y="3299777"/>
            <a:ext cx="868044" cy="1067435"/>
            <a:chOff x="5928677" y="3299777"/>
            <a:chExt cx="868044" cy="1067435"/>
          </a:xfrm>
        </p:grpSpPr>
        <p:sp>
          <p:nvSpPr>
            <p:cNvPr id="18" name="object 18"/>
            <p:cNvSpPr/>
            <p:nvPr/>
          </p:nvSpPr>
          <p:spPr>
            <a:xfrm>
              <a:off x="5934074" y="3305174"/>
              <a:ext cx="857250" cy="1056640"/>
            </a:xfrm>
            <a:custGeom>
              <a:avLst/>
              <a:gdLst/>
              <a:ahLst/>
              <a:cxnLst/>
              <a:rect l="l" t="t" r="r" b="b"/>
              <a:pathLst>
                <a:path w="857250" h="1056639">
                  <a:moveTo>
                    <a:pt x="428624" y="1056530"/>
                  </a:moveTo>
                  <a:lnTo>
                    <a:pt x="0" y="885080"/>
                  </a:lnTo>
                  <a:lnTo>
                    <a:pt x="0" y="0"/>
                  </a:lnTo>
                  <a:lnTo>
                    <a:pt x="428624" y="171449"/>
                  </a:lnTo>
                  <a:lnTo>
                    <a:pt x="857249" y="0"/>
                  </a:lnTo>
                  <a:lnTo>
                    <a:pt x="857249" y="885080"/>
                  </a:lnTo>
                  <a:lnTo>
                    <a:pt x="428624" y="1056530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934074" y="3305174"/>
              <a:ext cx="857250" cy="1056640"/>
            </a:xfrm>
            <a:custGeom>
              <a:avLst/>
              <a:gdLst/>
              <a:ahLst/>
              <a:cxnLst/>
              <a:rect l="l" t="t" r="r" b="b"/>
              <a:pathLst>
                <a:path w="857250" h="1056639">
                  <a:moveTo>
                    <a:pt x="0" y="885080"/>
                  </a:moveTo>
                  <a:lnTo>
                    <a:pt x="428624" y="1056530"/>
                  </a:lnTo>
                  <a:lnTo>
                    <a:pt x="857249" y="885080"/>
                  </a:lnTo>
                  <a:lnTo>
                    <a:pt x="857249" y="0"/>
                  </a:lnTo>
                  <a:lnTo>
                    <a:pt x="428624" y="171449"/>
                  </a:lnTo>
                  <a:lnTo>
                    <a:pt x="0" y="0"/>
                  </a:lnTo>
                  <a:lnTo>
                    <a:pt x="0" y="885080"/>
                  </a:lnTo>
                  <a:close/>
                </a:path>
              </a:pathLst>
            </a:custGeom>
            <a:ln w="10715">
              <a:solidFill>
                <a:srgbClr val="C2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269185" y="3644900"/>
            <a:ext cx="186055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30" dirty="0">
                <a:solidFill>
                  <a:srgbClr val="3B4E4E"/>
                </a:solidFill>
                <a:latin typeface="Trebuchet MS"/>
                <a:cs typeface="Trebuchet MS"/>
              </a:rPr>
              <a:t>2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949628" y="3449637"/>
            <a:ext cx="2299970" cy="683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65" dirty="0">
                <a:solidFill>
                  <a:srgbClr val="3B4E4E"/>
                </a:solidFill>
                <a:latin typeface="Trebuchet MS"/>
                <a:cs typeface="Trebuchet MS"/>
              </a:rPr>
              <a:t>Generative</a:t>
            </a:r>
            <a:r>
              <a:rPr sz="1650" b="1" spc="-80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650" b="1" spc="150" dirty="0">
                <a:solidFill>
                  <a:srgbClr val="3B4E4E"/>
                </a:solidFill>
                <a:latin typeface="Trebuchet MS"/>
                <a:cs typeface="Trebuchet MS"/>
              </a:rPr>
              <a:t>AI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Creates</a:t>
            </a:r>
            <a:r>
              <a:rPr sz="1350" spc="-7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content</a:t>
            </a:r>
            <a:r>
              <a:rPr sz="1350" spc="-6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from</a:t>
            </a:r>
            <a:r>
              <a:rPr sz="1350" spc="-6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prompts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928716" y="4357091"/>
            <a:ext cx="868044" cy="1067435"/>
            <a:chOff x="5928716" y="4357091"/>
            <a:chExt cx="868044" cy="1067435"/>
          </a:xfrm>
        </p:grpSpPr>
        <p:sp>
          <p:nvSpPr>
            <p:cNvPr id="23" name="object 23"/>
            <p:cNvSpPr/>
            <p:nvPr/>
          </p:nvSpPr>
          <p:spPr>
            <a:xfrm>
              <a:off x="5934074" y="4362449"/>
              <a:ext cx="857250" cy="1056640"/>
            </a:xfrm>
            <a:custGeom>
              <a:avLst/>
              <a:gdLst/>
              <a:ahLst/>
              <a:cxnLst/>
              <a:rect l="l" t="t" r="r" b="b"/>
              <a:pathLst>
                <a:path w="857250" h="1056639">
                  <a:moveTo>
                    <a:pt x="428624" y="1056530"/>
                  </a:moveTo>
                  <a:lnTo>
                    <a:pt x="0" y="885080"/>
                  </a:lnTo>
                  <a:lnTo>
                    <a:pt x="0" y="0"/>
                  </a:lnTo>
                  <a:lnTo>
                    <a:pt x="428624" y="171449"/>
                  </a:lnTo>
                  <a:lnTo>
                    <a:pt x="857249" y="0"/>
                  </a:lnTo>
                  <a:lnTo>
                    <a:pt x="857249" y="885080"/>
                  </a:lnTo>
                  <a:lnTo>
                    <a:pt x="428624" y="1056530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34074" y="4362449"/>
              <a:ext cx="857250" cy="1056640"/>
            </a:xfrm>
            <a:custGeom>
              <a:avLst/>
              <a:gdLst/>
              <a:ahLst/>
              <a:cxnLst/>
              <a:rect l="l" t="t" r="r" b="b"/>
              <a:pathLst>
                <a:path w="857250" h="1056639">
                  <a:moveTo>
                    <a:pt x="0" y="885080"/>
                  </a:moveTo>
                  <a:lnTo>
                    <a:pt x="428624" y="1056530"/>
                  </a:lnTo>
                  <a:lnTo>
                    <a:pt x="857249" y="885080"/>
                  </a:lnTo>
                  <a:lnTo>
                    <a:pt x="857249" y="0"/>
                  </a:lnTo>
                  <a:lnTo>
                    <a:pt x="428624" y="171449"/>
                  </a:lnTo>
                  <a:lnTo>
                    <a:pt x="0" y="0"/>
                  </a:lnTo>
                  <a:lnTo>
                    <a:pt x="0" y="885080"/>
                  </a:lnTo>
                  <a:close/>
                </a:path>
              </a:pathLst>
            </a:custGeom>
            <a:ln w="10715">
              <a:solidFill>
                <a:srgbClr val="C2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267102" y="4702174"/>
            <a:ext cx="19050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65" dirty="0">
                <a:solidFill>
                  <a:srgbClr val="3B4E4E"/>
                </a:solidFill>
                <a:latin typeface="Trebuchet MS"/>
                <a:cs typeface="Trebuchet MS"/>
              </a:rPr>
              <a:t>3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949628" y="4506912"/>
            <a:ext cx="1720214" cy="683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70" dirty="0">
                <a:solidFill>
                  <a:srgbClr val="3B4E4E"/>
                </a:solidFill>
                <a:latin typeface="Trebuchet MS"/>
                <a:cs typeface="Trebuchet MS"/>
              </a:rPr>
              <a:t>Aąentic</a:t>
            </a:r>
            <a:r>
              <a:rPr sz="1650" b="1" spc="-75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650" b="1" spc="150" dirty="0">
                <a:solidFill>
                  <a:srgbClr val="3B4E4E"/>
                </a:solidFill>
                <a:latin typeface="Trebuchet MS"/>
                <a:cs typeface="Trebuchet MS"/>
              </a:rPr>
              <a:t>AI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Plans</a:t>
            </a:r>
            <a:r>
              <a:rPr sz="1350" spc="-5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and</a:t>
            </a:r>
            <a:r>
              <a:rPr sz="1350" spc="-5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takes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action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410450"/>
          </a:xfrm>
          <a:custGeom>
            <a:avLst/>
            <a:gdLst/>
            <a:ahLst/>
            <a:cxnLst/>
            <a:rect l="l" t="t" r="r" b="b"/>
            <a:pathLst>
              <a:path w="11430000" h="7410450">
                <a:moveTo>
                  <a:pt x="11429999" y="7410449"/>
                </a:moveTo>
                <a:lnTo>
                  <a:pt x="0" y="741044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7410449"/>
                </a:lnTo>
                <a:close/>
              </a:path>
            </a:pathLst>
          </a:custGeom>
          <a:solidFill>
            <a:srgbClr val="FFFD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7374" y="444500"/>
            <a:ext cx="7413625" cy="53155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b="0" spc="9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b="0" spc="9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b="0" spc="9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is Agentic AI</a:t>
            </a:r>
            <a:r>
              <a:rPr b="0" spc="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7374" y="1339850"/>
            <a:ext cx="935037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Agentic</a:t>
            </a:r>
            <a:r>
              <a:rPr sz="1350" spc="-14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AI</a:t>
            </a:r>
            <a:r>
              <a:rPr sz="1350" spc="-8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is</a:t>
            </a:r>
            <a:r>
              <a:rPr sz="135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an</a:t>
            </a:r>
            <a:r>
              <a:rPr sz="1350" spc="-14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AI</a:t>
            </a:r>
            <a:r>
              <a:rPr sz="135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system</a:t>
            </a:r>
            <a:r>
              <a:rPr sz="1350" spc="-8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that</a:t>
            </a:r>
            <a:r>
              <a:rPr sz="135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can</a:t>
            </a:r>
            <a:r>
              <a:rPr sz="135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b="1" spc="-20" dirty="0">
                <a:solidFill>
                  <a:srgbClr val="3B4E4E"/>
                </a:solidFill>
                <a:latin typeface="Trebuchet MS"/>
                <a:cs typeface="Trebuchet MS"/>
              </a:rPr>
              <a:t>work</a:t>
            </a:r>
            <a:r>
              <a:rPr sz="1350" b="1" spc="-30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350" b="1" spc="-25" dirty="0">
                <a:solidFill>
                  <a:srgbClr val="3B4E4E"/>
                </a:solidFill>
                <a:latin typeface="Trebuchet MS"/>
                <a:cs typeface="Trebuchet MS"/>
              </a:rPr>
              <a:t>toward</a:t>
            </a:r>
            <a:r>
              <a:rPr sz="1350" b="1" spc="-30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350" b="1" dirty="0">
                <a:solidFill>
                  <a:srgbClr val="3B4E4E"/>
                </a:solidFill>
                <a:latin typeface="Trebuchet MS"/>
                <a:cs typeface="Trebuchet MS"/>
              </a:rPr>
              <a:t>a</a:t>
            </a:r>
            <a:r>
              <a:rPr sz="1350" b="1" spc="-25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350" b="1" dirty="0">
                <a:solidFill>
                  <a:srgbClr val="3B4E4E"/>
                </a:solidFill>
                <a:latin typeface="Trebuchet MS"/>
                <a:cs typeface="Trebuchet MS"/>
              </a:rPr>
              <a:t>goal</a:t>
            </a:r>
            <a:r>
              <a:rPr sz="1350" b="1" spc="-30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350" b="1" dirty="0">
                <a:solidFill>
                  <a:srgbClr val="3B4E4E"/>
                </a:solidFill>
                <a:latin typeface="Trebuchet MS"/>
                <a:cs typeface="Trebuchet MS"/>
              </a:rPr>
              <a:t>by</a:t>
            </a:r>
            <a:r>
              <a:rPr sz="1350" b="1" spc="-25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350" b="1" spc="-30" dirty="0">
                <a:solidFill>
                  <a:srgbClr val="3B4E4E"/>
                </a:solidFill>
                <a:latin typeface="Trebuchet MS"/>
                <a:cs typeface="Trebuchet MS"/>
              </a:rPr>
              <a:t>itself</a:t>
            </a:r>
            <a:r>
              <a:rPr sz="1350" spc="-30" dirty="0">
                <a:solidFill>
                  <a:srgbClr val="3B4E4E"/>
                </a:solidFill>
                <a:latin typeface="Tahoma"/>
                <a:cs typeface="Tahoma"/>
              </a:rPr>
              <a:t>.</a:t>
            </a:r>
            <a:r>
              <a:rPr sz="1350" spc="-8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It</a:t>
            </a:r>
            <a:r>
              <a:rPr sz="135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doesn't</a:t>
            </a:r>
            <a:r>
              <a:rPr sz="1350" spc="-8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just</a:t>
            </a:r>
            <a:r>
              <a:rPr sz="135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answer</a:t>
            </a:r>
            <a:r>
              <a:rPr sz="135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questions</a:t>
            </a:r>
            <a:r>
              <a:rPr sz="1350" spc="-8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430" dirty="0">
                <a:solidFill>
                  <a:srgbClr val="3B4E4E"/>
                </a:solidFill>
                <a:latin typeface="Tahoma"/>
                <a:cs typeface="Tahoma"/>
              </a:rPr>
              <a:t>—</a:t>
            </a:r>
            <a:r>
              <a:rPr sz="135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it</a:t>
            </a:r>
            <a:r>
              <a:rPr sz="135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plans</a:t>
            </a:r>
            <a:r>
              <a:rPr sz="1350" spc="-8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and</a:t>
            </a:r>
            <a:r>
              <a:rPr sz="135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takes</a:t>
            </a:r>
            <a:r>
              <a:rPr sz="1350" spc="-8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action.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0074" y="2009774"/>
            <a:ext cx="3305175" cy="647700"/>
            <a:chOff x="600074" y="2009774"/>
            <a:chExt cx="3305175" cy="647700"/>
          </a:xfrm>
        </p:grpSpPr>
        <p:sp>
          <p:nvSpPr>
            <p:cNvPr id="6" name="object 6"/>
            <p:cNvSpPr/>
            <p:nvPr/>
          </p:nvSpPr>
          <p:spPr>
            <a:xfrm>
              <a:off x="609599" y="2019299"/>
              <a:ext cx="3286125" cy="628650"/>
            </a:xfrm>
            <a:custGeom>
              <a:avLst/>
              <a:gdLst/>
              <a:ahLst/>
              <a:cxnLst/>
              <a:rect l="l" t="t" r="r" b="b"/>
              <a:pathLst>
                <a:path w="3286125" h="628650">
                  <a:moveTo>
                    <a:pt x="3238956" y="628649"/>
                  </a:moveTo>
                  <a:lnTo>
                    <a:pt x="47167" y="628649"/>
                  </a:lnTo>
                  <a:lnTo>
                    <a:pt x="43884" y="628326"/>
                  </a:lnTo>
                  <a:lnTo>
                    <a:pt x="10349" y="608969"/>
                  </a:lnTo>
                  <a:lnTo>
                    <a:pt x="0" y="581482"/>
                  </a:lnTo>
                  <a:lnTo>
                    <a:pt x="0" y="578167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3238956" y="0"/>
                  </a:lnTo>
                  <a:lnTo>
                    <a:pt x="3273682" y="17129"/>
                  </a:lnTo>
                  <a:lnTo>
                    <a:pt x="3286124" y="47167"/>
                  </a:lnTo>
                  <a:lnTo>
                    <a:pt x="3286124" y="581482"/>
                  </a:lnTo>
                  <a:lnTo>
                    <a:pt x="3268994" y="616207"/>
                  </a:lnTo>
                  <a:lnTo>
                    <a:pt x="3242239" y="628326"/>
                  </a:lnTo>
                  <a:lnTo>
                    <a:pt x="3238956" y="628649"/>
                  </a:lnTo>
                  <a:close/>
                </a:path>
              </a:pathLst>
            </a:custGeom>
            <a:solidFill>
              <a:srgbClr val="FFFDE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599" y="2019299"/>
              <a:ext cx="3286125" cy="628650"/>
            </a:xfrm>
            <a:custGeom>
              <a:avLst/>
              <a:gdLst/>
              <a:ahLst/>
              <a:cxnLst/>
              <a:rect l="l" t="t" r="r" b="b"/>
              <a:pathLst>
                <a:path w="3286125" h="628650">
                  <a:moveTo>
                    <a:pt x="0" y="578167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969" y="40633"/>
                  </a:lnTo>
                  <a:lnTo>
                    <a:pt x="1616" y="37382"/>
                  </a:lnTo>
                  <a:lnTo>
                    <a:pt x="2574" y="34225"/>
                  </a:lnTo>
                  <a:lnTo>
                    <a:pt x="28101" y="5111"/>
                  </a:lnTo>
                  <a:lnTo>
                    <a:pt x="31163" y="3842"/>
                  </a:lnTo>
                  <a:lnTo>
                    <a:pt x="34225" y="2574"/>
                  </a:lnTo>
                  <a:lnTo>
                    <a:pt x="37382" y="1616"/>
                  </a:lnTo>
                  <a:lnTo>
                    <a:pt x="40633" y="970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3235642" y="0"/>
                  </a:lnTo>
                  <a:lnTo>
                    <a:pt x="3238956" y="0"/>
                  </a:lnTo>
                  <a:lnTo>
                    <a:pt x="3242239" y="323"/>
                  </a:lnTo>
                  <a:lnTo>
                    <a:pt x="3245490" y="970"/>
                  </a:lnTo>
                  <a:lnTo>
                    <a:pt x="3248741" y="1616"/>
                  </a:lnTo>
                  <a:lnTo>
                    <a:pt x="3251898" y="2574"/>
                  </a:lnTo>
                  <a:lnTo>
                    <a:pt x="3254960" y="3842"/>
                  </a:lnTo>
                  <a:lnTo>
                    <a:pt x="3258022" y="5111"/>
                  </a:lnTo>
                  <a:lnTo>
                    <a:pt x="3260932" y="6666"/>
                  </a:lnTo>
                  <a:lnTo>
                    <a:pt x="3263688" y="8507"/>
                  </a:lnTo>
                  <a:lnTo>
                    <a:pt x="3266444" y="10349"/>
                  </a:lnTo>
                  <a:lnTo>
                    <a:pt x="3268994" y="12441"/>
                  </a:lnTo>
                  <a:lnTo>
                    <a:pt x="3271338" y="14785"/>
                  </a:lnTo>
                  <a:lnTo>
                    <a:pt x="3273682" y="17129"/>
                  </a:lnTo>
                  <a:lnTo>
                    <a:pt x="3275774" y="19679"/>
                  </a:lnTo>
                  <a:lnTo>
                    <a:pt x="3277616" y="22435"/>
                  </a:lnTo>
                  <a:lnTo>
                    <a:pt x="3279458" y="25191"/>
                  </a:lnTo>
                  <a:lnTo>
                    <a:pt x="3281013" y="28100"/>
                  </a:lnTo>
                  <a:lnTo>
                    <a:pt x="3282281" y="31163"/>
                  </a:lnTo>
                  <a:lnTo>
                    <a:pt x="3283550" y="34225"/>
                  </a:lnTo>
                  <a:lnTo>
                    <a:pt x="3284507" y="37382"/>
                  </a:lnTo>
                  <a:lnTo>
                    <a:pt x="3285154" y="40633"/>
                  </a:lnTo>
                  <a:lnTo>
                    <a:pt x="3285801" y="43884"/>
                  </a:lnTo>
                  <a:lnTo>
                    <a:pt x="3286124" y="47167"/>
                  </a:lnTo>
                  <a:lnTo>
                    <a:pt x="3286124" y="50482"/>
                  </a:lnTo>
                  <a:lnTo>
                    <a:pt x="3286124" y="578167"/>
                  </a:lnTo>
                  <a:lnTo>
                    <a:pt x="3286124" y="581482"/>
                  </a:lnTo>
                  <a:lnTo>
                    <a:pt x="3285800" y="584764"/>
                  </a:lnTo>
                  <a:lnTo>
                    <a:pt x="3285154" y="588016"/>
                  </a:lnTo>
                  <a:lnTo>
                    <a:pt x="3284507" y="591266"/>
                  </a:lnTo>
                  <a:lnTo>
                    <a:pt x="3283550" y="594423"/>
                  </a:lnTo>
                  <a:lnTo>
                    <a:pt x="3282281" y="597486"/>
                  </a:lnTo>
                  <a:lnTo>
                    <a:pt x="3281013" y="600548"/>
                  </a:lnTo>
                  <a:lnTo>
                    <a:pt x="3279458" y="603457"/>
                  </a:lnTo>
                  <a:lnTo>
                    <a:pt x="3277616" y="606213"/>
                  </a:lnTo>
                  <a:lnTo>
                    <a:pt x="3275774" y="608969"/>
                  </a:lnTo>
                  <a:lnTo>
                    <a:pt x="3263688" y="620142"/>
                  </a:lnTo>
                  <a:lnTo>
                    <a:pt x="3260932" y="621983"/>
                  </a:lnTo>
                  <a:lnTo>
                    <a:pt x="3258022" y="623538"/>
                  </a:lnTo>
                  <a:lnTo>
                    <a:pt x="3254960" y="624806"/>
                  </a:lnTo>
                  <a:lnTo>
                    <a:pt x="3251898" y="626075"/>
                  </a:lnTo>
                  <a:lnTo>
                    <a:pt x="3248741" y="627032"/>
                  </a:lnTo>
                  <a:lnTo>
                    <a:pt x="3245490" y="627679"/>
                  </a:lnTo>
                  <a:lnTo>
                    <a:pt x="3242239" y="628326"/>
                  </a:lnTo>
                  <a:lnTo>
                    <a:pt x="3238956" y="628649"/>
                  </a:lnTo>
                  <a:lnTo>
                    <a:pt x="3235642" y="628649"/>
                  </a:lnTo>
                  <a:lnTo>
                    <a:pt x="50482" y="628649"/>
                  </a:lnTo>
                  <a:lnTo>
                    <a:pt x="47167" y="628649"/>
                  </a:lnTo>
                  <a:lnTo>
                    <a:pt x="43884" y="628326"/>
                  </a:lnTo>
                  <a:lnTo>
                    <a:pt x="40633" y="627679"/>
                  </a:lnTo>
                  <a:lnTo>
                    <a:pt x="37382" y="627032"/>
                  </a:lnTo>
                  <a:lnTo>
                    <a:pt x="6666" y="603457"/>
                  </a:lnTo>
                  <a:lnTo>
                    <a:pt x="0" y="581482"/>
                  </a:lnTo>
                  <a:lnTo>
                    <a:pt x="0" y="578167"/>
                  </a:lnTo>
                  <a:close/>
                </a:path>
              </a:pathLst>
            </a:custGeom>
            <a:ln w="19049">
              <a:solidFill>
                <a:srgbClr val="C2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77874" y="2173287"/>
            <a:ext cx="2574926" cy="27122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80" dirty="0">
                <a:solidFill>
                  <a:srgbClr val="3B4E4E"/>
                </a:solidFill>
                <a:latin typeface="Arial"/>
                <a:cs typeface="Arial"/>
              </a:rPr>
              <a:t>Works</a:t>
            </a:r>
            <a:r>
              <a:rPr sz="1650" b="1" spc="-45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sz="1650" b="1" spc="200" dirty="0">
                <a:solidFill>
                  <a:srgbClr val="3B4E4E"/>
                </a:solidFill>
                <a:latin typeface="Arial"/>
                <a:cs typeface="Arial"/>
              </a:rPr>
              <a:t>toward</a:t>
            </a:r>
            <a:r>
              <a:rPr sz="1650" b="1" spc="-45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sz="1650" b="1" spc="300" dirty="0">
                <a:solidFill>
                  <a:srgbClr val="3B4E4E"/>
                </a:solidFill>
                <a:latin typeface="Arial"/>
                <a:cs typeface="Arial"/>
              </a:rPr>
              <a:t>a</a:t>
            </a:r>
            <a:r>
              <a:rPr lang="en-IN" sz="1650" b="1" spc="300" dirty="0">
                <a:solidFill>
                  <a:srgbClr val="3B4E4E"/>
                </a:solidFill>
                <a:latin typeface="Arial"/>
                <a:cs typeface="Arial"/>
              </a:rPr>
              <a:t> goal</a:t>
            </a:r>
            <a:endParaRPr sz="1650" dirty="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00074" y="2828924"/>
            <a:ext cx="3305175" cy="923925"/>
            <a:chOff x="600074" y="2828924"/>
            <a:chExt cx="3305175" cy="923925"/>
          </a:xfrm>
        </p:grpSpPr>
        <p:sp>
          <p:nvSpPr>
            <p:cNvPr id="10" name="object 10"/>
            <p:cNvSpPr/>
            <p:nvPr/>
          </p:nvSpPr>
          <p:spPr>
            <a:xfrm>
              <a:off x="609599" y="2838449"/>
              <a:ext cx="3286125" cy="904875"/>
            </a:xfrm>
            <a:custGeom>
              <a:avLst/>
              <a:gdLst/>
              <a:ahLst/>
              <a:cxnLst/>
              <a:rect l="l" t="t" r="r" b="b"/>
              <a:pathLst>
                <a:path w="3286125" h="904875">
                  <a:moveTo>
                    <a:pt x="3238956" y="904874"/>
                  </a:moveTo>
                  <a:lnTo>
                    <a:pt x="47167" y="904874"/>
                  </a:lnTo>
                  <a:lnTo>
                    <a:pt x="43884" y="904551"/>
                  </a:lnTo>
                  <a:lnTo>
                    <a:pt x="10349" y="885194"/>
                  </a:lnTo>
                  <a:lnTo>
                    <a:pt x="0" y="857707"/>
                  </a:lnTo>
                  <a:lnTo>
                    <a:pt x="0" y="854392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3238956" y="0"/>
                  </a:lnTo>
                  <a:lnTo>
                    <a:pt x="3273682" y="17129"/>
                  </a:lnTo>
                  <a:lnTo>
                    <a:pt x="3286124" y="47167"/>
                  </a:lnTo>
                  <a:lnTo>
                    <a:pt x="3286124" y="857707"/>
                  </a:lnTo>
                  <a:lnTo>
                    <a:pt x="3268994" y="892432"/>
                  </a:lnTo>
                  <a:lnTo>
                    <a:pt x="3242239" y="904551"/>
                  </a:lnTo>
                  <a:lnTo>
                    <a:pt x="3238956" y="904874"/>
                  </a:lnTo>
                  <a:close/>
                </a:path>
              </a:pathLst>
            </a:custGeom>
            <a:solidFill>
              <a:srgbClr val="FFF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9599" y="2838449"/>
              <a:ext cx="3286125" cy="904875"/>
            </a:xfrm>
            <a:custGeom>
              <a:avLst/>
              <a:gdLst/>
              <a:ahLst/>
              <a:cxnLst/>
              <a:rect l="l" t="t" r="r" b="b"/>
              <a:pathLst>
                <a:path w="3286125" h="904875">
                  <a:moveTo>
                    <a:pt x="0" y="85439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969" y="40633"/>
                  </a:lnTo>
                  <a:lnTo>
                    <a:pt x="1616" y="37382"/>
                  </a:lnTo>
                  <a:lnTo>
                    <a:pt x="2574" y="34225"/>
                  </a:lnTo>
                  <a:lnTo>
                    <a:pt x="3842" y="31163"/>
                  </a:lnTo>
                  <a:lnTo>
                    <a:pt x="5111" y="28100"/>
                  </a:lnTo>
                  <a:lnTo>
                    <a:pt x="14785" y="14785"/>
                  </a:lnTo>
                  <a:lnTo>
                    <a:pt x="17129" y="12441"/>
                  </a:lnTo>
                  <a:lnTo>
                    <a:pt x="19679" y="10349"/>
                  </a:lnTo>
                  <a:lnTo>
                    <a:pt x="22435" y="8507"/>
                  </a:lnTo>
                  <a:lnTo>
                    <a:pt x="25191" y="6665"/>
                  </a:lnTo>
                  <a:lnTo>
                    <a:pt x="28101" y="5110"/>
                  </a:lnTo>
                  <a:lnTo>
                    <a:pt x="31163" y="3842"/>
                  </a:lnTo>
                  <a:lnTo>
                    <a:pt x="34225" y="2573"/>
                  </a:lnTo>
                  <a:lnTo>
                    <a:pt x="37382" y="1616"/>
                  </a:lnTo>
                  <a:lnTo>
                    <a:pt x="40633" y="969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3235642" y="0"/>
                  </a:lnTo>
                  <a:lnTo>
                    <a:pt x="3238956" y="0"/>
                  </a:lnTo>
                  <a:lnTo>
                    <a:pt x="3242239" y="323"/>
                  </a:lnTo>
                  <a:lnTo>
                    <a:pt x="3245490" y="969"/>
                  </a:lnTo>
                  <a:lnTo>
                    <a:pt x="3248741" y="1616"/>
                  </a:lnTo>
                  <a:lnTo>
                    <a:pt x="3251898" y="2573"/>
                  </a:lnTo>
                  <a:lnTo>
                    <a:pt x="3254960" y="3842"/>
                  </a:lnTo>
                  <a:lnTo>
                    <a:pt x="3258022" y="5110"/>
                  </a:lnTo>
                  <a:lnTo>
                    <a:pt x="3260932" y="6665"/>
                  </a:lnTo>
                  <a:lnTo>
                    <a:pt x="3263688" y="8507"/>
                  </a:lnTo>
                  <a:lnTo>
                    <a:pt x="3266444" y="10349"/>
                  </a:lnTo>
                  <a:lnTo>
                    <a:pt x="3268994" y="12441"/>
                  </a:lnTo>
                  <a:lnTo>
                    <a:pt x="3271338" y="14785"/>
                  </a:lnTo>
                  <a:lnTo>
                    <a:pt x="3273682" y="17129"/>
                  </a:lnTo>
                  <a:lnTo>
                    <a:pt x="3275774" y="19679"/>
                  </a:lnTo>
                  <a:lnTo>
                    <a:pt x="3277616" y="22435"/>
                  </a:lnTo>
                  <a:lnTo>
                    <a:pt x="3279458" y="25191"/>
                  </a:lnTo>
                  <a:lnTo>
                    <a:pt x="3281013" y="28100"/>
                  </a:lnTo>
                  <a:lnTo>
                    <a:pt x="3282281" y="31163"/>
                  </a:lnTo>
                  <a:lnTo>
                    <a:pt x="3283550" y="34225"/>
                  </a:lnTo>
                  <a:lnTo>
                    <a:pt x="3286124" y="50482"/>
                  </a:lnTo>
                  <a:lnTo>
                    <a:pt x="3286124" y="854392"/>
                  </a:lnTo>
                  <a:lnTo>
                    <a:pt x="3286124" y="857707"/>
                  </a:lnTo>
                  <a:lnTo>
                    <a:pt x="3285800" y="860989"/>
                  </a:lnTo>
                  <a:lnTo>
                    <a:pt x="3285154" y="864240"/>
                  </a:lnTo>
                  <a:lnTo>
                    <a:pt x="3284507" y="867491"/>
                  </a:lnTo>
                  <a:lnTo>
                    <a:pt x="3283550" y="870648"/>
                  </a:lnTo>
                  <a:lnTo>
                    <a:pt x="3282281" y="873710"/>
                  </a:lnTo>
                  <a:lnTo>
                    <a:pt x="3281013" y="876772"/>
                  </a:lnTo>
                  <a:lnTo>
                    <a:pt x="3279458" y="879682"/>
                  </a:lnTo>
                  <a:lnTo>
                    <a:pt x="3277616" y="882438"/>
                  </a:lnTo>
                  <a:lnTo>
                    <a:pt x="3275774" y="885194"/>
                  </a:lnTo>
                  <a:lnTo>
                    <a:pt x="3263688" y="896366"/>
                  </a:lnTo>
                  <a:lnTo>
                    <a:pt x="3260932" y="898208"/>
                  </a:lnTo>
                  <a:lnTo>
                    <a:pt x="3258022" y="899763"/>
                  </a:lnTo>
                  <a:lnTo>
                    <a:pt x="3254960" y="901031"/>
                  </a:lnTo>
                  <a:lnTo>
                    <a:pt x="3251898" y="902300"/>
                  </a:lnTo>
                  <a:lnTo>
                    <a:pt x="3248741" y="903257"/>
                  </a:lnTo>
                  <a:lnTo>
                    <a:pt x="3245490" y="903904"/>
                  </a:lnTo>
                  <a:lnTo>
                    <a:pt x="3242239" y="904551"/>
                  </a:lnTo>
                  <a:lnTo>
                    <a:pt x="3238956" y="904874"/>
                  </a:lnTo>
                  <a:lnTo>
                    <a:pt x="3235642" y="904874"/>
                  </a:lnTo>
                  <a:lnTo>
                    <a:pt x="50482" y="904874"/>
                  </a:lnTo>
                  <a:lnTo>
                    <a:pt x="47167" y="904874"/>
                  </a:lnTo>
                  <a:lnTo>
                    <a:pt x="43884" y="904551"/>
                  </a:lnTo>
                  <a:lnTo>
                    <a:pt x="22435" y="896366"/>
                  </a:lnTo>
                  <a:lnTo>
                    <a:pt x="19679" y="894524"/>
                  </a:lnTo>
                  <a:lnTo>
                    <a:pt x="8507" y="882438"/>
                  </a:lnTo>
                  <a:lnTo>
                    <a:pt x="6666" y="879682"/>
                  </a:lnTo>
                  <a:lnTo>
                    <a:pt x="0" y="857707"/>
                  </a:lnTo>
                  <a:lnTo>
                    <a:pt x="0" y="854392"/>
                  </a:lnTo>
                  <a:close/>
                </a:path>
              </a:pathLst>
            </a:custGeom>
            <a:ln w="19049">
              <a:solidFill>
                <a:srgbClr val="C2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77874" y="2992437"/>
            <a:ext cx="2505075" cy="5492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sz="1650" b="1" spc="145" dirty="0">
                <a:solidFill>
                  <a:srgbClr val="3B4E4E"/>
                </a:solidFill>
                <a:latin typeface="Arial"/>
                <a:cs typeface="Arial"/>
              </a:rPr>
              <a:t>Breaks</a:t>
            </a:r>
            <a:r>
              <a:rPr sz="1650" b="1" spc="-35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sz="1650" b="1" spc="165" dirty="0">
                <a:solidFill>
                  <a:srgbClr val="3B4E4E"/>
                </a:solidFill>
                <a:latin typeface="Arial"/>
                <a:cs typeface="Arial"/>
              </a:rPr>
              <a:t>problems</a:t>
            </a:r>
            <a:r>
              <a:rPr sz="1650" b="1" spc="-35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sz="1650" b="1" spc="95" dirty="0">
                <a:solidFill>
                  <a:srgbClr val="3B4E4E"/>
                </a:solidFill>
                <a:latin typeface="Arial"/>
                <a:cs typeface="Arial"/>
              </a:rPr>
              <a:t>into </a:t>
            </a:r>
            <a:r>
              <a:rPr sz="1650" b="1" spc="120" dirty="0">
                <a:solidFill>
                  <a:srgbClr val="3B4E4E"/>
                </a:solidFill>
                <a:latin typeface="Arial"/>
                <a:cs typeface="Arial"/>
              </a:rPr>
              <a:t>steps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0074" y="3924299"/>
            <a:ext cx="3305175" cy="914400"/>
            <a:chOff x="600074" y="3924299"/>
            <a:chExt cx="3305175" cy="914400"/>
          </a:xfrm>
        </p:grpSpPr>
        <p:sp>
          <p:nvSpPr>
            <p:cNvPr id="14" name="object 14"/>
            <p:cNvSpPr/>
            <p:nvPr/>
          </p:nvSpPr>
          <p:spPr>
            <a:xfrm>
              <a:off x="609599" y="3933824"/>
              <a:ext cx="3286125" cy="895350"/>
            </a:xfrm>
            <a:custGeom>
              <a:avLst/>
              <a:gdLst/>
              <a:ahLst/>
              <a:cxnLst/>
              <a:rect l="l" t="t" r="r" b="b"/>
              <a:pathLst>
                <a:path w="3286125" h="895350">
                  <a:moveTo>
                    <a:pt x="3238956" y="895349"/>
                  </a:moveTo>
                  <a:lnTo>
                    <a:pt x="47167" y="895349"/>
                  </a:lnTo>
                  <a:lnTo>
                    <a:pt x="43884" y="895026"/>
                  </a:lnTo>
                  <a:lnTo>
                    <a:pt x="10349" y="875669"/>
                  </a:lnTo>
                  <a:lnTo>
                    <a:pt x="0" y="848182"/>
                  </a:lnTo>
                  <a:lnTo>
                    <a:pt x="0" y="844867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3238956" y="0"/>
                  </a:lnTo>
                  <a:lnTo>
                    <a:pt x="3273682" y="17129"/>
                  </a:lnTo>
                  <a:lnTo>
                    <a:pt x="3286124" y="47167"/>
                  </a:lnTo>
                  <a:lnTo>
                    <a:pt x="3286124" y="848182"/>
                  </a:lnTo>
                  <a:lnTo>
                    <a:pt x="3268994" y="882907"/>
                  </a:lnTo>
                  <a:lnTo>
                    <a:pt x="3242239" y="895026"/>
                  </a:lnTo>
                  <a:lnTo>
                    <a:pt x="3238956" y="895349"/>
                  </a:lnTo>
                  <a:close/>
                </a:path>
              </a:pathLst>
            </a:custGeom>
            <a:solidFill>
              <a:srgbClr val="FFF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9599" y="3933824"/>
              <a:ext cx="3286125" cy="895350"/>
            </a:xfrm>
            <a:custGeom>
              <a:avLst/>
              <a:gdLst/>
              <a:ahLst/>
              <a:cxnLst/>
              <a:rect l="l" t="t" r="r" b="b"/>
              <a:pathLst>
                <a:path w="3286125" h="895350">
                  <a:moveTo>
                    <a:pt x="0" y="844867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969" y="40633"/>
                  </a:lnTo>
                  <a:lnTo>
                    <a:pt x="1616" y="37382"/>
                  </a:lnTo>
                  <a:lnTo>
                    <a:pt x="2574" y="34225"/>
                  </a:lnTo>
                  <a:lnTo>
                    <a:pt x="14785" y="14785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3235642" y="0"/>
                  </a:lnTo>
                  <a:lnTo>
                    <a:pt x="3238956" y="0"/>
                  </a:lnTo>
                  <a:lnTo>
                    <a:pt x="3242239" y="323"/>
                  </a:lnTo>
                  <a:lnTo>
                    <a:pt x="3263688" y="8507"/>
                  </a:lnTo>
                  <a:lnTo>
                    <a:pt x="3266444" y="10348"/>
                  </a:lnTo>
                  <a:lnTo>
                    <a:pt x="3268994" y="12441"/>
                  </a:lnTo>
                  <a:lnTo>
                    <a:pt x="3271338" y="14785"/>
                  </a:lnTo>
                  <a:lnTo>
                    <a:pt x="3273682" y="17129"/>
                  </a:lnTo>
                  <a:lnTo>
                    <a:pt x="3275774" y="19679"/>
                  </a:lnTo>
                  <a:lnTo>
                    <a:pt x="3277616" y="22435"/>
                  </a:lnTo>
                  <a:lnTo>
                    <a:pt x="3279458" y="25191"/>
                  </a:lnTo>
                  <a:lnTo>
                    <a:pt x="3281013" y="28100"/>
                  </a:lnTo>
                  <a:lnTo>
                    <a:pt x="3282281" y="31162"/>
                  </a:lnTo>
                  <a:lnTo>
                    <a:pt x="3283550" y="34225"/>
                  </a:lnTo>
                  <a:lnTo>
                    <a:pt x="3286124" y="50482"/>
                  </a:lnTo>
                  <a:lnTo>
                    <a:pt x="3286124" y="844867"/>
                  </a:lnTo>
                  <a:lnTo>
                    <a:pt x="3286124" y="848182"/>
                  </a:lnTo>
                  <a:lnTo>
                    <a:pt x="3285800" y="851464"/>
                  </a:lnTo>
                  <a:lnTo>
                    <a:pt x="3285154" y="854715"/>
                  </a:lnTo>
                  <a:lnTo>
                    <a:pt x="3284507" y="857966"/>
                  </a:lnTo>
                  <a:lnTo>
                    <a:pt x="3283550" y="861123"/>
                  </a:lnTo>
                  <a:lnTo>
                    <a:pt x="3282281" y="864185"/>
                  </a:lnTo>
                  <a:lnTo>
                    <a:pt x="3281013" y="867247"/>
                  </a:lnTo>
                  <a:lnTo>
                    <a:pt x="3279458" y="870157"/>
                  </a:lnTo>
                  <a:lnTo>
                    <a:pt x="3277616" y="872913"/>
                  </a:lnTo>
                  <a:lnTo>
                    <a:pt x="3275774" y="875669"/>
                  </a:lnTo>
                  <a:lnTo>
                    <a:pt x="3263688" y="886841"/>
                  </a:lnTo>
                  <a:lnTo>
                    <a:pt x="3260932" y="888682"/>
                  </a:lnTo>
                  <a:lnTo>
                    <a:pt x="3238956" y="895349"/>
                  </a:lnTo>
                  <a:lnTo>
                    <a:pt x="3235642" y="895349"/>
                  </a:lnTo>
                  <a:lnTo>
                    <a:pt x="50482" y="895349"/>
                  </a:lnTo>
                  <a:lnTo>
                    <a:pt x="47167" y="895349"/>
                  </a:lnTo>
                  <a:lnTo>
                    <a:pt x="43884" y="895026"/>
                  </a:lnTo>
                  <a:lnTo>
                    <a:pt x="40633" y="894379"/>
                  </a:lnTo>
                  <a:lnTo>
                    <a:pt x="37382" y="893733"/>
                  </a:lnTo>
                  <a:lnTo>
                    <a:pt x="8507" y="872913"/>
                  </a:lnTo>
                  <a:lnTo>
                    <a:pt x="6666" y="870157"/>
                  </a:lnTo>
                  <a:lnTo>
                    <a:pt x="969" y="854715"/>
                  </a:lnTo>
                  <a:lnTo>
                    <a:pt x="323" y="851464"/>
                  </a:lnTo>
                  <a:lnTo>
                    <a:pt x="0" y="848182"/>
                  </a:lnTo>
                  <a:lnTo>
                    <a:pt x="0" y="844867"/>
                  </a:lnTo>
                  <a:close/>
                </a:path>
              </a:pathLst>
            </a:custGeom>
            <a:ln w="19049">
              <a:solidFill>
                <a:srgbClr val="C2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7874" y="4087812"/>
            <a:ext cx="2966591" cy="521168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sz="1650" b="1" spc="229" dirty="0">
                <a:solidFill>
                  <a:srgbClr val="3B4E4E"/>
                </a:solidFill>
                <a:latin typeface="Arial"/>
                <a:cs typeface="Arial"/>
              </a:rPr>
              <a:t>Makes</a:t>
            </a:r>
            <a:r>
              <a:rPr sz="1650" b="1" spc="-30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sz="1650" b="1" spc="114" dirty="0">
                <a:solidFill>
                  <a:srgbClr val="3B4E4E"/>
                </a:solidFill>
                <a:latin typeface="Arial"/>
                <a:cs typeface="Arial"/>
              </a:rPr>
              <a:t>decisions</a:t>
            </a:r>
            <a:r>
              <a:rPr sz="1650" b="1" spc="-25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lang="en-IN" sz="1650" b="1" spc="145" dirty="0">
                <a:solidFill>
                  <a:srgbClr val="3B4E4E"/>
                </a:solidFill>
                <a:latin typeface="Arial"/>
                <a:cs typeface="Arial"/>
              </a:rPr>
              <a:t>along</a:t>
            </a:r>
            <a:r>
              <a:rPr sz="1650" b="1" spc="145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sz="1650" b="1" spc="190" dirty="0">
                <a:solidFill>
                  <a:srgbClr val="3B4E4E"/>
                </a:solidFill>
                <a:latin typeface="Arial"/>
                <a:cs typeface="Arial"/>
              </a:rPr>
              <a:t>the</a:t>
            </a:r>
            <a:r>
              <a:rPr sz="1650" b="1" spc="-45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sz="1650" b="1" spc="240" dirty="0">
                <a:solidFill>
                  <a:srgbClr val="3B4E4E"/>
                </a:solidFill>
                <a:latin typeface="Arial"/>
                <a:cs typeface="Arial"/>
              </a:rPr>
              <a:t>way</a:t>
            </a:r>
            <a:endParaRPr sz="1650" dirty="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00074" y="5010149"/>
            <a:ext cx="3305175" cy="647700"/>
            <a:chOff x="600074" y="5010149"/>
            <a:chExt cx="3305175" cy="647700"/>
          </a:xfrm>
        </p:grpSpPr>
        <p:sp>
          <p:nvSpPr>
            <p:cNvPr id="18" name="object 18"/>
            <p:cNvSpPr/>
            <p:nvPr/>
          </p:nvSpPr>
          <p:spPr>
            <a:xfrm>
              <a:off x="609599" y="5019674"/>
              <a:ext cx="3286125" cy="628650"/>
            </a:xfrm>
            <a:custGeom>
              <a:avLst/>
              <a:gdLst/>
              <a:ahLst/>
              <a:cxnLst/>
              <a:rect l="l" t="t" r="r" b="b"/>
              <a:pathLst>
                <a:path w="3286125" h="628650">
                  <a:moveTo>
                    <a:pt x="3238956" y="628649"/>
                  </a:moveTo>
                  <a:lnTo>
                    <a:pt x="47167" y="628649"/>
                  </a:lnTo>
                  <a:lnTo>
                    <a:pt x="43884" y="628326"/>
                  </a:lnTo>
                  <a:lnTo>
                    <a:pt x="10349" y="608969"/>
                  </a:lnTo>
                  <a:lnTo>
                    <a:pt x="0" y="581481"/>
                  </a:lnTo>
                  <a:lnTo>
                    <a:pt x="0" y="578167"/>
                  </a:lnTo>
                  <a:lnTo>
                    <a:pt x="0" y="47166"/>
                  </a:lnTo>
                  <a:lnTo>
                    <a:pt x="17129" y="12442"/>
                  </a:lnTo>
                  <a:lnTo>
                    <a:pt x="47167" y="0"/>
                  </a:lnTo>
                  <a:lnTo>
                    <a:pt x="3238956" y="0"/>
                  </a:lnTo>
                  <a:lnTo>
                    <a:pt x="3273682" y="17129"/>
                  </a:lnTo>
                  <a:lnTo>
                    <a:pt x="3286124" y="47166"/>
                  </a:lnTo>
                  <a:lnTo>
                    <a:pt x="3286124" y="581481"/>
                  </a:lnTo>
                  <a:lnTo>
                    <a:pt x="3268994" y="616207"/>
                  </a:lnTo>
                  <a:lnTo>
                    <a:pt x="3242239" y="628326"/>
                  </a:lnTo>
                  <a:lnTo>
                    <a:pt x="3238956" y="628649"/>
                  </a:lnTo>
                  <a:close/>
                </a:path>
              </a:pathLst>
            </a:custGeom>
            <a:solidFill>
              <a:srgbClr val="FFF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9599" y="5019674"/>
              <a:ext cx="3286125" cy="628650"/>
            </a:xfrm>
            <a:custGeom>
              <a:avLst/>
              <a:gdLst/>
              <a:ahLst/>
              <a:cxnLst/>
              <a:rect l="l" t="t" r="r" b="b"/>
              <a:pathLst>
                <a:path w="3286125" h="628650">
                  <a:moveTo>
                    <a:pt x="0" y="578167"/>
                  </a:moveTo>
                  <a:lnTo>
                    <a:pt x="0" y="50482"/>
                  </a:lnTo>
                  <a:lnTo>
                    <a:pt x="0" y="47166"/>
                  </a:lnTo>
                  <a:lnTo>
                    <a:pt x="323" y="43883"/>
                  </a:lnTo>
                  <a:lnTo>
                    <a:pt x="969" y="40633"/>
                  </a:lnTo>
                  <a:lnTo>
                    <a:pt x="1616" y="37382"/>
                  </a:lnTo>
                  <a:lnTo>
                    <a:pt x="2574" y="34225"/>
                  </a:lnTo>
                  <a:lnTo>
                    <a:pt x="3842" y="31163"/>
                  </a:lnTo>
                  <a:lnTo>
                    <a:pt x="5111" y="28100"/>
                  </a:lnTo>
                  <a:lnTo>
                    <a:pt x="6666" y="25191"/>
                  </a:lnTo>
                  <a:lnTo>
                    <a:pt x="8507" y="22435"/>
                  </a:lnTo>
                  <a:lnTo>
                    <a:pt x="10349" y="19679"/>
                  </a:lnTo>
                  <a:lnTo>
                    <a:pt x="12442" y="17129"/>
                  </a:lnTo>
                  <a:lnTo>
                    <a:pt x="14785" y="14785"/>
                  </a:lnTo>
                  <a:lnTo>
                    <a:pt x="17129" y="12442"/>
                  </a:lnTo>
                  <a:lnTo>
                    <a:pt x="19679" y="10349"/>
                  </a:lnTo>
                  <a:lnTo>
                    <a:pt x="22435" y="8507"/>
                  </a:lnTo>
                  <a:lnTo>
                    <a:pt x="25191" y="6665"/>
                  </a:lnTo>
                  <a:lnTo>
                    <a:pt x="28101" y="5110"/>
                  </a:lnTo>
                  <a:lnTo>
                    <a:pt x="31163" y="3842"/>
                  </a:lnTo>
                  <a:lnTo>
                    <a:pt x="34225" y="2573"/>
                  </a:lnTo>
                  <a:lnTo>
                    <a:pt x="37382" y="1616"/>
                  </a:lnTo>
                  <a:lnTo>
                    <a:pt x="40633" y="969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3235642" y="0"/>
                  </a:lnTo>
                  <a:lnTo>
                    <a:pt x="3238956" y="0"/>
                  </a:lnTo>
                  <a:lnTo>
                    <a:pt x="3242239" y="323"/>
                  </a:lnTo>
                  <a:lnTo>
                    <a:pt x="3271338" y="14785"/>
                  </a:lnTo>
                  <a:lnTo>
                    <a:pt x="3273682" y="17129"/>
                  </a:lnTo>
                  <a:lnTo>
                    <a:pt x="3275774" y="19679"/>
                  </a:lnTo>
                  <a:lnTo>
                    <a:pt x="3277616" y="22435"/>
                  </a:lnTo>
                  <a:lnTo>
                    <a:pt x="3279458" y="25191"/>
                  </a:lnTo>
                  <a:lnTo>
                    <a:pt x="3281013" y="28100"/>
                  </a:lnTo>
                  <a:lnTo>
                    <a:pt x="3282281" y="31163"/>
                  </a:lnTo>
                  <a:lnTo>
                    <a:pt x="3283550" y="34225"/>
                  </a:lnTo>
                  <a:lnTo>
                    <a:pt x="3284507" y="37382"/>
                  </a:lnTo>
                  <a:lnTo>
                    <a:pt x="3285154" y="40633"/>
                  </a:lnTo>
                  <a:lnTo>
                    <a:pt x="3285801" y="43883"/>
                  </a:lnTo>
                  <a:lnTo>
                    <a:pt x="3286124" y="47166"/>
                  </a:lnTo>
                  <a:lnTo>
                    <a:pt x="3286124" y="50482"/>
                  </a:lnTo>
                  <a:lnTo>
                    <a:pt x="3286124" y="578167"/>
                  </a:lnTo>
                  <a:lnTo>
                    <a:pt x="3286124" y="581481"/>
                  </a:lnTo>
                  <a:lnTo>
                    <a:pt x="3285800" y="584764"/>
                  </a:lnTo>
                  <a:lnTo>
                    <a:pt x="3285154" y="588015"/>
                  </a:lnTo>
                  <a:lnTo>
                    <a:pt x="3284507" y="591265"/>
                  </a:lnTo>
                  <a:lnTo>
                    <a:pt x="3283550" y="594422"/>
                  </a:lnTo>
                  <a:lnTo>
                    <a:pt x="3282281" y="597485"/>
                  </a:lnTo>
                  <a:lnTo>
                    <a:pt x="3281013" y="600547"/>
                  </a:lnTo>
                  <a:lnTo>
                    <a:pt x="3279458" y="603457"/>
                  </a:lnTo>
                  <a:lnTo>
                    <a:pt x="3277616" y="606213"/>
                  </a:lnTo>
                  <a:lnTo>
                    <a:pt x="3275774" y="608969"/>
                  </a:lnTo>
                  <a:lnTo>
                    <a:pt x="3273682" y="611519"/>
                  </a:lnTo>
                  <a:lnTo>
                    <a:pt x="3271338" y="613863"/>
                  </a:lnTo>
                  <a:lnTo>
                    <a:pt x="3268994" y="616207"/>
                  </a:lnTo>
                  <a:lnTo>
                    <a:pt x="3238956" y="628649"/>
                  </a:lnTo>
                  <a:lnTo>
                    <a:pt x="3235642" y="628649"/>
                  </a:lnTo>
                  <a:lnTo>
                    <a:pt x="50482" y="628649"/>
                  </a:lnTo>
                  <a:lnTo>
                    <a:pt x="47167" y="628649"/>
                  </a:lnTo>
                  <a:lnTo>
                    <a:pt x="43884" y="628326"/>
                  </a:lnTo>
                  <a:lnTo>
                    <a:pt x="40633" y="627679"/>
                  </a:lnTo>
                  <a:lnTo>
                    <a:pt x="37382" y="627032"/>
                  </a:lnTo>
                  <a:lnTo>
                    <a:pt x="14785" y="613863"/>
                  </a:lnTo>
                  <a:lnTo>
                    <a:pt x="12442" y="611519"/>
                  </a:lnTo>
                  <a:lnTo>
                    <a:pt x="10349" y="608969"/>
                  </a:lnTo>
                  <a:lnTo>
                    <a:pt x="8507" y="606213"/>
                  </a:lnTo>
                  <a:lnTo>
                    <a:pt x="6666" y="603457"/>
                  </a:lnTo>
                  <a:lnTo>
                    <a:pt x="0" y="581481"/>
                  </a:lnTo>
                  <a:lnTo>
                    <a:pt x="0" y="578167"/>
                  </a:lnTo>
                  <a:close/>
                </a:path>
              </a:pathLst>
            </a:custGeom>
            <a:ln w="19049">
              <a:solidFill>
                <a:srgbClr val="C2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77874" y="5173662"/>
            <a:ext cx="294259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45" dirty="0">
                <a:solidFill>
                  <a:srgbClr val="3B4E4E"/>
                </a:solidFill>
                <a:latin typeface="Arial"/>
                <a:cs typeface="Arial"/>
              </a:rPr>
              <a:t>Uses</a:t>
            </a:r>
            <a:r>
              <a:rPr sz="1650" b="1" spc="-45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sz="1650" b="1" spc="105" dirty="0">
                <a:solidFill>
                  <a:srgbClr val="3B4E4E"/>
                </a:solidFill>
                <a:latin typeface="Arial"/>
                <a:cs typeface="Arial"/>
              </a:rPr>
              <a:t>tools</a:t>
            </a:r>
            <a:r>
              <a:rPr sz="1650" b="1" spc="-45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sz="1650" b="1" spc="229" dirty="0">
                <a:solidFill>
                  <a:srgbClr val="3B4E4E"/>
                </a:solidFill>
                <a:latin typeface="Arial"/>
                <a:cs typeface="Arial"/>
              </a:rPr>
              <a:t>and</a:t>
            </a:r>
            <a:r>
              <a:rPr sz="1650" b="1" spc="-40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sz="1650" b="1" spc="114" dirty="0">
                <a:solidFill>
                  <a:srgbClr val="3B4E4E"/>
                </a:solidFill>
                <a:latin typeface="Arial"/>
                <a:cs typeface="Arial"/>
              </a:rPr>
              <a:t>resources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00074" y="5829299"/>
            <a:ext cx="3305175" cy="914400"/>
            <a:chOff x="600074" y="5829299"/>
            <a:chExt cx="3305175" cy="914400"/>
          </a:xfrm>
        </p:grpSpPr>
        <p:sp>
          <p:nvSpPr>
            <p:cNvPr id="22" name="object 22"/>
            <p:cNvSpPr/>
            <p:nvPr/>
          </p:nvSpPr>
          <p:spPr>
            <a:xfrm>
              <a:off x="609599" y="5838824"/>
              <a:ext cx="3286125" cy="895350"/>
            </a:xfrm>
            <a:custGeom>
              <a:avLst/>
              <a:gdLst/>
              <a:ahLst/>
              <a:cxnLst/>
              <a:rect l="l" t="t" r="r" b="b"/>
              <a:pathLst>
                <a:path w="3286125" h="895350">
                  <a:moveTo>
                    <a:pt x="3238956" y="895349"/>
                  </a:moveTo>
                  <a:lnTo>
                    <a:pt x="47167" y="895349"/>
                  </a:lnTo>
                  <a:lnTo>
                    <a:pt x="43884" y="895026"/>
                  </a:lnTo>
                  <a:lnTo>
                    <a:pt x="10349" y="875669"/>
                  </a:lnTo>
                  <a:lnTo>
                    <a:pt x="0" y="848181"/>
                  </a:lnTo>
                  <a:lnTo>
                    <a:pt x="0" y="844867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3238956" y="0"/>
                  </a:lnTo>
                  <a:lnTo>
                    <a:pt x="3273682" y="17129"/>
                  </a:lnTo>
                  <a:lnTo>
                    <a:pt x="3286124" y="47167"/>
                  </a:lnTo>
                  <a:lnTo>
                    <a:pt x="3286124" y="848181"/>
                  </a:lnTo>
                  <a:lnTo>
                    <a:pt x="3268994" y="882907"/>
                  </a:lnTo>
                  <a:lnTo>
                    <a:pt x="3242239" y="895026"/>
                  </a:lnTo>
                  <a:lnTo>
                    <a:pt x="3238956" y="895349"/>
                  </a:lnTo>
                  <a:close/>
                </a:path>
              </a:pathLst>
            </a:custGeom>
            <a:solidFill>
              <a:srgbClr val="FFF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9599" y="5838824"/>
              <a:ext cx="3286125" cy="895350"/>
            </a:xfrm>
            <a:custGeom>
              <a:avLst/>
              <a:gdLst/>
              <a:ahLst/>
              <a:cxnLst/>
              <a:rect l="l" t="t" r="r" b="b"/>
              <a:pathLst>
                <a:path w="3286125" h="895350">
                  <a:moveTo>
                    <a:pt x="0" y="844867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969" y="40633"/>
                  </a:lnTo>
                  <a:lnTo>
                    <a:pt x="1616" y="37382"/>
                  </a:lnTo>
                  <a:lnTo>
                    <a:pt x="2574" y="34225"/>
                  </a:lnTo>
                  <a:lnTo>
                    <a:pt x="3842" y="31162"/>
                  </a:lnTo>
                  <a:lnTo>
                    <a:pt x="5111" y="28099"/>
                  </a:lnTo>
                  <a:lnTo>
                    <a:pt x="6666" y="25190"/>
                  </a:lnTo>
                  <a:lnTo>
                    <a:pt x="8507" y="22435"/>
                  </a:lnTo>
                  <a:lnTo>
                    <a:pt x="10349" y="19679"/>
                  </a:lnTo>
                  <a:lnTo>
                    <a:pt x="12442" y="17129"/>
                  </a:lnTo>
                  <a:lnTo>
                    <a:pt x="14785" y="14785"/>
                  </a:lnTo>
                  <a:lnTo>
                    <a:pt x="17129" y="12441"/>
                  </a:lnTo>
                  <a:lnTo>
                    <a:pt x="31163" y="3842"/>
                  </a:lnTo>
                  <a:lnTo>
                    <a:pt x="34225" y="2573"/>
                  </a:lnTo>
                  <a:lnTo>
                    <a:pt x="37382" y="1616"/>
                  </a:lnTo>
                  <a:lnTo>
                    <a:pt x="40633" y="969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3235642" y="0"/>
                  </a:lnTo>
                  <a:lnTo>
                    <a:pt x="3238956" y="0"/>
                  </a:lnTo>
                  <a:lnTo>
                    <a:pt x="3242239" y="323"/>
                  </a:lnTo>
                  <a:lnTo>
                    <a:pt x="3245490" y="969"/>
                  </a:lnTo>
                  <a:lnTo>
                    <a:pt x="3248741" y="1616"/>
                  </a:lnTo>
                  <a:lnTo>
                    <a:pt x="3251898" y="2573"/>
                  </a:lnTo>
                  <a:lnTo>
                    <a:pt x="3254960" y="3842"/>
                  </a:lnTo>
                  <a:lnTo>
                    <a:pt x="3258022" y="5110"/>
                  </a:lnTo>
                  <a:lnTo>
                    <a:pt x="3260932" y="6665"/>
                  </a:lnTo>
                  <a:lnTo>
                    <a:pt x="3263688" y="8507"/>
                  </a:lnTo>
                  <a:lnTo>
                    <a:pt x="3266444" y="10348"/>
                  </a:lnTo>
                  <a:lnTo>
                    <a:pt x="3268994" y="12441"/>
                  </a:lnTo>
                  <a:lnTo>
                    <a:pt x="3271338" y="14785"/>
                  </a:lnTo>
                  <a:lnTo>
                    <a:pt x="3273682" y="17129"/>
                  </a:lnTo>
                  <a:lnTo>
                    <a:pt x="3282281" y="31163"/>
                  </a:lnTo>
                  <a:lnTo>
                    <a:pt x="3283550" y="34225"/>
                  </a:lnTo>
                  <a:lnTo>
                    <a:pt x="3284507" y="37382"/>
                  </a:lnTo>
                  <a:lnTo>
                    <a:pt x="3285154" y="40633"/>
                  </a:lnTo>
                  <a:lnTo>
                    <a:pt x="3285801" y="43884"/>
                  </a:lnTo>
                  <a:lnTo>
                    <a:pt x="3286124" y="47167"/>
                  </a:lnTo>
                  <a:lnTo>
                    <a:pt x="3286124" y="50482"/>
                  </a:lnTo>
                  <a:lnTo>
                    <a:pt x="3286124" y="844867"/>
                  </a:lnTo>
                  <a:lnTo>
                    <a:pt x="3286124" y="848181"/>
                  </a:lnTo>
                  <a:lnTo>
                    <a:pt x="3285800" y="851464"/>
                  </a:lnTo>
                  <a:lnTo>
                    <a:pt x="3285154" y="854716"/>
                  </a:lnTo>
                  <a:lnTo>
                    <a:pt x="3284507" y="857967"/>
                  </a:lnTo>
                  <a:lnTo>
                    <a:pt x="3283550" y="861124"/>
                  </a:lnTo>
                  <a:lnTo>
                    <a:pt x="3282281" y="864186"/>
                  </a:lnTo>
                  <a:lnTo>
                    <a:pt x="3281013" y="867248"/>
                  </a:lnTo>
                  <a:lnTo>
                    <a:pt x="3251898" y="892775"/>
                  </a:lnTo>
                  <a:lnTo>
                    <a:pt x="3245490" y="894379"/>
                  </a:lnTo>
                  <a:lnTo>
                    <a:pt x="3242239" y="895026"/>
                  </a:lnTo>
                  <a:lnTo>
                    <a:pt x="3238956" y="895349"/>
                  </a:lnTo>
                  <a:lnTo>
                    <a:pt x="3235642" y="895349"/>
                  </a:lnTo>
                  <a:lnTo>
                    <a:pt x="50482" y="895349"/>
                  </a:lnTo>
                  <a:lnTo>
                    <a:pt x="47167" y="895349"/>
                  </a:lnTo>
                  <a:lnTo>
                    <a:pt x="43884" y="895026"/>
                  </a:lnTo>
                  <a:lnTo>
                    <a:pt x="40633" y="894379"/>
                  </a:lnTo>
                  <a:lnTo>
                    <a:pt x="37382" y="893732"/>
                  </a:lnTo>
                  <a:lnTo>
                    <a:pt x="8507" y="872912"/>
                  </a:lnTo>
                  <a:lnTo>
                    <a:pt x="6666" y="870156"/>
                  </a:lnTo>
                  <a:lnTo>
                    <a:pt x="969" y="854715"/>
                  </a:lnTo>
                  <a:lnTo>
                    <a:pt x="323" y="851464"/>
                  </a:lnTo>
                  <a:lnTo>
                    <a:pt x="0" y="848181"/>
                  </a:lnTo>
                  <a:lnTo>
                    <a:pt x="0" y="844867"/>
                  </a:lnTo>
                  <a:close/>
                </a:path>
              </a:pathLst>
            </a:custGeom>
            <a:ln w="19049">
              <a:solidFill>
                <a:srgbClr val="C2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77874" y="5992812"/>
            <a:ext cx="2249805" cy="5492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sz="1650" b="1" spc="185" dirty="0">
                <a:solidFill>
                  <a:srgbClr val="3B4E4E"/>
                </a:solidFill>
                <a:latin typeface="Arial"/>
                <a:cs typeface="Arial"/>
              </a:rPr>
              <a:t>Checks</a:t>
            </a:r>
            <a:r>
              <a:rPr sz="1650" b="1" spc="-30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sz="1650" b="1" spc="85" dirty="0">
                <a:solidFill>
                  <a:srgbClr val="3B4E4E"/>
                </a:solidFill>
                <a:latin typeface="Arial"/>
                <a:cs typeface="Arial"/>
              </a:rPr>
              <a:t>results</a:t>
            </a:r>
            <a:r>
              <a:rPr sz="1650" b="1" spc="-30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sz="1650" b="1" spc="204" dirty="0">
                <a:solidFill>
                  <a:srgbClr val="3B4E4E"/>
                </a:solidFill>
                <a:latin typeface="Arial"/>
                <a:cs typeface="Arial"/>
              </a:rPr>
              <a:t>and </a:t>
            </a:r>
            <a:r>
              <a:rPr sz="1650" b="1" spc="135" dirty="0">
                <a:solidFill>
                  <a:srgbClr val="3B4E4E"/>
                </a:solidFill>
                <a:latin typeface="Arial"/>
                <a:cs typeface="Arial"/>
              </a:rPr>
              <a:t>improves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113291" y="2910522"/>
            <a:ext cx="2940050" cy="2939415"/>
            <a:chOff x="6113291" y="2910522"/>
            <a:chExt cx="2940050" cy="2939415"/>
          </a:xfrm>
        </p:grpSpPr>
        <p:sp>
          <p:nvSpPr>
            <p:cNvPr id="26" name="object 26"/>
            <p:cNvSpPr/>
            <p:nvPr/>
          </p:nvSpPr>
          <p:spPr>
            <a:xfrm>
              <a:off x="6858535" y="2915880"/>
              <a:ext cx="718185" cy="1405890"/>
            </a:xfrm>
            <a:custGeom>
              <a:avLst/>
              <a:gdLst/>
              <a:ahLst/>
              <a:cxnLst/>
              <a:rect l="l" t="t" r="r" b="b"/>
              <a:pathLst>
                <a:path w="718184" h="1405889">
                  <a:moveTo>
                    <a:pt x="678995" y="1405832"/>
                  </a:moveTo>
                  <a:lnTo>
                    <a:pt x="0" y="724304"/>
                  </a:lnTo>
                  <a:lnTo>
                    <a:pt x="713992" y="0"/>
                  </a:lnTo>
                  <a:lnTo>
                    <a:pt x="717678" y="1390228"/>
                  </a:lnTo>
                  <a:lnTo>
                    <a:pt x="707045" y="1392094"/>
                  </a:lnTo>
                  <a:lnTo>
                    <a:pt x="696982" y="1395392"/>
                  </a:lnTo>
                  <a:lnTo>
                    <a:pt x="687596" y="1400010"/>
                  </a:lnTo>
                  <a:lnTo>
                    <a:pt x="678995" y="1405832"/>
                  </a:lnTo>
                  <a:close/>
                </a:path>
              </a:pathLst>
            </a:custGeom>
            <a:solidFill>
              <a:srgbClr val="2954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858535" y="2915880"/>
              <a:ext cx="718185" cy="1405890"/>
            </a:xfrm>
            <a:custGeom>
              <a:avLst/>
              <a:gdLst/>
              <a:ahLst/>
              <a:cxnLst/>
              <a:rect l="l" t="t" r="r" b="b"/>
              <a:pathLst>
                <a:path w="718184" h="1405889">
                  <a:moveTo>
                    <a:pt x="717677" y="1390227"/>
                  </a:moveTo>
                  <a:lnTo>
                    <a:pt x="707045" y="1392093"/>
                  </a:lnTo>
                  <a:lnTo>
                    <a:pt x="696982" y="1395392"/>
                  </a:lnTo>
                  <a:lnTo>
                    <a:pt x="687596" y="1400010"/>
                  </a:lnTo>
                  <a:lnTo>
                    <a:pt x="678995" y="1405832"/>
                  </a:lnTo>
                  <a:lnTo>
                    <a:pt x="0" y="724303"/>
                  </a:lnTo>
                  <a:lnTo>
                    <a:pt x="713992" y="0"/>
                  </a:lnTo>
                  <a:lnTo>
                    <a:pt x="717677" y="1390227"/>
                  </a:lnTo>
                  <a:close/>
                </a:path>
              </a:pathLst>
            </a:custGeom>
            <a:ln w="10715">
              <a:solidFill>
                <a:srgbClr val="C2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851507" y="3648910"/>
              <a:ext cx="676910" cy="724535"/>
            </a:xfrm>
            <a:custGeom>
              <a:avLst/>
              <a:gdLst/>
              <a:ahLst/>
              <a:cxnLst/>
              <a:rect l="l" t="t" r="r" b="b"/>
              <a:pathLst>
                <a:path w="676909" h="724535">
                  <a:moveTo>
                    <a:pt x="657359" y="724496"/>
                  </a:moveTo>
                  <a:lnTo>
                    <a:pt x="0" y="719935"/>
                  </a:lnTo>
                  <a:lnTo>
                    <a:pt x="1152" y="0"/>
                  </a:lnTo>
                  <a:lnTo>
                    <a:pt x="676724" y="681373"/>
                  </a:lnTo>
                  <a:lnTo>
                    <a:pt x="669455" y="690689"/>
                  </a:lnTo>
                  <a:lnTo>
                    <a:pt x="663694" y="701090"/>
                  </a:lnTo>
                  <a:lnTo>
                    <a:pt x="659607" y="712414"/>
                  </a:lnTo>
                  <a:lnTo>
                    <a:pt x="657359" y="724496"/>
                  </a:lnTo>
                  <a:close/>
                </a:path>
              </a:pathLst>
            </a:custGeom>
            <a:solidFill>
              <a:srgbClr val="2954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851507" y="3648910"/>
              <a:ext cx="676910" cy="724535"/>
            </a:xfrm>
            <a:custGeom>
              <a:avLst/>
              <a:gdLst/>
              <a:ahLst/>
              <a:cxnLst/>
              <a:rect l="l" t="t" r="r" b="b"/>
              <a:pathLst>
                <a:path w="676909" h="724535">
                  <a:moveTo>
                    <a:pt x="676724" y="681373"/>
                  </a:moveTo>
                  <a:lnTo>
                    <a:pt x="669455" y="690689"/>
                  </a:lnTo>
                  <a:lnTo>
                    <a:pt x="663694" y="701090"/>
                  </a:lnTo>
                  <a:lnTo>
                    <a:pt x="659607" y="712414"/>
                  </a:lnTo>
                  <a:lnTo>
                    <a:pt x="657360" y="724496"/>
                  </a:lnTo>
                  <a:lnTo>
                    <a:pt x="0" y="719935"/>
                  </a:lnTo>
                  <a:lnTo>
                    <a:pt x="1152" y="0"/>
                  </a:lnTo>
                  <a:lnTo>
                    <a:pt x="676724" y="681373"/>
                  </a:lnTo>
                  <a:close/>
                </a:path>
              </a:pathLst>
            </a:custGeom>
            <a:ln w="10715">
              <a:solidFill>
                <a:srgbClr val="C2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642844" y="3655749"/>
              <a:ext cx="1405255" cy="718185"/>
            </a:xfrm>
            <a:custGeom>
              <a:avLst/>
              <a:gdLst/>
              <a:ahLst/>
              <a:cxnLst/>
              <a:rect l="l" t="t" r="r" b="b"/>
              <a:pathLst>
                <a:path w="1405254" h="718185">
                  <a:moveTo>
                    <a:pt x="16238" y="717678"/>
                  </a:moveTo>
                  <a:lnTo>
                    <a:pt x="14309" y="706790"/>
                  </a:lnTo>
                  <a:lnTo>
                    <a:pt x="10878" y="696504"/>
                  </a:lnTo>
                  <a:lnTo>
                    <a:pt x="6067" y="686934"/>
                  </a:lnTo>
                  <a:lnTo>
                    <a:pt x="0" y="678200"/>
                  </a:lnTo>
                  <a:lnTo>
                    <a:pt x="680727" y="0"/>
                  </a:lnTo>
                  <a:lnTo>
                    <a:pt x="1405035" y="713992"/>
                  </a:lnTo>
                  <a:lnTo>
                    <a:pt x="16238" y="717678"/>
                  </a:lnTo>
                  <a:close/>
                </a:path>
              </a:pathLst>
            </a:custGeom>
            <a:solidFill>
              <a:srgbClr val="3A74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642844" y="3655749"/>
              <a:ext cx="1405255" cy="718185"/>
            </a:xfrm>
            <a:custGeom>
              <a:avLst/>
              <a:gdLst/>
              <a:ahLst/>
              <a:cxnLst/>
              <a:rect l="l" t="t" r="r" b="b"/>
              <a:pathLst>
                <a:path w="1405254" h="718185">
                  <a:moveTo>
                    <a:pt x="1405034" y="713992"/>
                  </a:moveTo>
                  <a:lnTo>
                    <a:pt x="16238" y="717677"/>
                  </a:lnTo>
                  <a:lnTo>
                    <a:pt x="14309" y="706790"/>
                  </a:lnTo>
                  <a:lnTo>
                    <a:pt x="10878" y="696503"/>
                  </a:lnTo>
                  <a:lnTo>
                    <a:pt x="6067" y="686934"/>
                  </a:lnTo>
                  <a:lnTo>
                    <a:pt x="0" y="678200"/>
                  </a:lnTo>
                  <a:lnTo>
                    <a:pt x="680726" y="0"/>
                  </a:lnTo>
                  <a:lnTo>
                    <a:pt x="1405034" y="713992"/>
                  </a:lnTo>
                  <a:close/>
                </a:path>
              </a:pathLst>
            </a:custGeom>
            <a:ln w="10715">
              <a:solidFill>
                <a:srgbClr val="C2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590336" y="3648748"/>
              <a:ext cx="724535" cy="676275"/>
            </a:xfrm>
            <a:custGeom>
              <a:avLst/>
              <a:gdLst/>
              <a:ahLst/>
              <a:cxnLst/>
              <a:rect l="l" t="t" r="r" b="b"/>
              <a:pathLst>
                <a:path w="724534" h="676275">
                  <a:moveTo>
                    <a:pt x="43796" y="676057"/>
                  </a:moveTo>
                  <a:lnTo>
                    <a:pt x="34309" y="668866"/>
                  </a:lnTo>
                  <a:lnTo>
                    <a:pt x="23737" y="663223"/>
                  </a:lnTo>
                  <a:lnTo>
                    <a:pt x="12245" y="659295"/>
                  </a:lnTo>
                  <a:lnTo>
                    <a:pt x="0" y="657252"/>
                  </a:lnTo>
                  <a:lnTo>
                    <a:pt x="4561" y="0"/>
                  </a:lnTo>
                  <a:lnTo>
                    <a:pt x="724503" y="1152"/>
                  </a:lnTo>
                  <a:lnTo>
                    <a:pt x="43796" y="676057"/>
                  </a:lnTo>
                  <a:close/>
                </a:path>
              </a:pathLst>
            </a:custGeom>
            <a:solidFill>
              <a:srgbClr val="3A74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90335" y="3648748"/>
              <a:ext cx="724535" cy="676275"/>
            </a:xfrm>
            <a:custGeom>
              <a:avLst/>
              <a:gdLst/>
              <a:ahLst/>
              <a:cxnLst/>
              <a:rect l="l" t="t" r="r" b="b"/>
              <a:pathLst>
                <a:path w="724534" h="676275">
                  <a:moveTo>
                    <a:pt x="724503" y="1152"/>
                  </a:moveTo>
                  <a:lnTo>
                    <a:pt x="43796" y="676057"/>
                  </a:lnTo>
                  <a:lnTo>
                    <a:pt x="34309" y="668866"/>
                  </a:lnTo>
                  <a:lnTo>
                    <a:pt x="23737" y="663223"/>
                  </a:lnTo>
                  <a:lnTo>
                    <a:pt x="12246" y="659295"/>
                  </a:lnTo>
                  <a:lnTo>
                    <a:pt x="0" y="657251"/>
                  </a:lnTo>
                  <a:lnTo>
                    <a:pt x="4561" y="0"/>
                  </a:lnTo>
                  <a:lnTo>
                    <a:pt x="724503" y="1152"/>
                  </a:lnTo>
                  <a:close/>
                </a:path>
              </a:pathLst>
            </a:custGeom>
            <a:ln w="10715">
              <a:solidFill>
                <a:srgbClr val="C2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90942" y="4440112"/>
              <a:ext cx="718185" cy="1404620"/>
            </a:xfrm>
            <a:custGeom>
              <a:avLst/>
              <a:gdLst/>
              <a:ahLst/>
              <a:cxnLst/>
              <a:rect l="l" t="t" r="r" b="b"/>
              <a:pathLst>
                <a:path w="718184" h="1404620">
                  <a:moveTo>
                    <a:pt x="3692" y="1404327"/>
                  </a:moveTo>
                  <a:lnTo>
                    <a:pt x="0" y="16245"/>
                  </a:lnTo>
                  <a:lnTo>
                    <a:pt x="11084" y="14383"/>
                  </a:lnTo>
                  <a:lnTo>
                    <a:pt x="21557" y="10972"/>
                  </a:lnTo>
                  <a:lnTo>
                    <a:pt x="31295" y="6136"/>
                  </a:lnTo>
                  <a:lnTo>
                    <a:pt x="40178" y="0"/>
                  </a:lnTo>
                  <a:lnTo>
                    <a:pt x="717684" y="680026"/>
                  </a:lnTo>
                  <a:lnTo>
                    <a:pt x="3692" y="1404327"/>
                  </a:lnTo>
                  <a:close/>
                </a:path>
              </a:pathLst>
            </a:custGeom>
            <a:solidFill>
              <a:srgbClr val="4A94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590942" y="4440112"/>
              <a:ext cx="718185" cy="1404620"/>
            </a:xfrm>
            <a:custGeom>
              <a:avLst/>
              <a:gdLst/>
              <a:ahLst/>
              <a:cxnLst/>
              <a:rect l="l" t="t" r="r" b="b"/>
              <a:pathLst>
                <a:path w="718184" h="1404620">
                  <a:moveTo>
                    <a:pt x="717684" y="680026"/>
                  </a:moveTo>
                  <a:lnTo>
                    <a:pt x="3692" y="1404327"/>
                  </a:lnTo>
                  <a:lnTo>
                    <a:pt x="0" y="16245"/>
                  </a:lnTo>
                  <a:lnTo>
                    <a:pt x="11084" y="14383"/>
                  </a:lnTo>
                  <a:lnTo>
                    <a:pt x="21557" y="10972"/>
                  </a:lnTo>
                  <a:lnTo>
                    <a:pt x="31295" y="6136"/>
                  </a:lnTo>
                  <a:lnTo>
                    <a:pt x="40178" y="0"/>
                  </a:lnTo>
                  <a:lnTo>
                    <a:pt x="717684" y="680026"/>
                  </a:lnTo>
                  <a:close/>
                </a:path>
              </a:pathLst>
            </a:custGeom>
            <a:ln w="10715">
              <a:solidFill>
                <a:srgbClr val="C2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640291" y="4386910"/>
              <a:ext cx="675640" cy="724535"/>
            </a:xfrm>
            <a:custGeom>
              <a:avLst/>
              <a:gdLst/>
              <a:ahLst/>
              <a:cxnLst/>
              <a:rect l="l" t="t" r="r" b="b"/>
              <a:pathLst>
                <a:path w="675640" h="724535">
                  <a:moveTo>
                    <a:pt x="674218" y="724496"/>
                  </a:moveTo>
                  <a:lnTo>
                    <a:pt x="0" y="44497"/>
                  </a:lnTo>
                  <a:lnTo>
                    <a:pt x="7294" y="34871"/>
                  </a:lnTo>
                  <a:lnTo>
                    <a:pt x="12993" y="24131"/>
                  </a:lnTo>
                  <a:lnTo>
                    <a:pt x="16921" y="12449"/>
                  </a:lnTo>
                  <a:lnTo>
                    <a:pt x="18906" y="0"/>
                  </a:lnTo>
                  <a:lnTo>
                    <a:pt x="675370" y="4561"/>
                  </a:lnTo>
                  <a:lnTo>
                    <a:pt x="674218" y="724496"/>
                  </a:lnTo>
                  <a:close/>
                </a:path>
              </a:pathLst>
            </a:custGeom>
            <a:solidFill>
              <a:srgbClr val="4A94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640290" y="4386909"/>
              <a:ext cx="675640" cy="724535"/>
            </a:xfrm>
            <a:custGeom>
              <a:avLst/>
              <a:gdLst/>
              <a:ahLst/>
              <a:cxnLst/>
              <a:rect l="l" t="t" r="r" b="b"/>
              <a:pathLst>
                <a:path w="675640" h="724535">
                  <a:moveTo>
                    <a:pt x="675370" y="4561"/>
                  </a:moveTo>
                  <a:lnTo>
                    <a:pt x="674218" y="724496"/>
                  </a:lnTo>
                  <a:lnTo>
                    <a:pt x="0" y="44497"/>
                  </a:lnTo>
                  <a:lnTo>
                    <a:pt x="7294" y="34871"/>
                  </a:lnTo>
                  <a:lnTo>
                    <a:pt x="12993" y="24130"/>
                  </a:lnTo>
                  <a:lnTo>
                    <a:pt x="16921" y="12449"/>
                  </a:lnTo>
                  <a:lnTo>
                    <a:pt x="18906" y="0"/>
                  </a:lnTo>
                  <a:lnTo>
                    <a:pt x="675370" y="4561"/>
                  </a:lnTo>
                  <a:close/>
                </a:path>
              </a:pathLst>
            </a:custGeom>
            <a:ln w="10715">
              <a:solidFill>
                <a:srgbClr val="C2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118649" y="4386276"/>
              <a:ext cx="1405255" cy="718185"/>
            </a:xfrm>
            <a:custGeom>
              <a:avLst/>
              <a:gdLst/>
              <a:ahLst/>
              <a:cxnLst/>
              <a:rect l="l" t="t" r="r" b="b"/>
              <a:pathLst>
                <a:path w="1405254" h="718185">
                  <a:moveTo>
                    <a:pt x="724301" y="717684"/>
                  </a:moveTo>
                  <a:lnTo>
                    <a:pt x="0" y="3692"/>
                  </a:lnTo>
                  <a:lnTo>
                    <a:pt x="1390009" y="0"/>
                  </a:lnTo>
                  <a:lnTo>
                    <a:pt x="1391534" y="10917"/>
                  </a:lnTo>
                  <a:lnTo>
                    <a:pt x="1394557" y="21277"/>
                  </a:lnTo>
                  <a:lnTo>
                    <a:pt x="1398965" y="30964"/>
                  </a:lnTo>
                  <a:lnTo>
                    <a:pt x="1404644" y="39861"/>
                  </a:lnTo>
                  <a:lnTo>
                    <a:pt x="724301" y="717684"/>
                  </a:lnTo>
                  <a:close/>
                </a:path>
              </a:pathLst>
            </a:custGeom>
            <a:solidFill>
              <a:srgbClr val="5DA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118649" y="4386276"/>
              <a:ext cx="1405255" cy="718185"/>
            </a:xfrm>
            <a:custGeom>
              <a:avLst/>
              <a:gdLst/>
              <a:ahLst/>
              <a:cxnLst/>
              <a:rect l="l" t="t" r="r" b="b"/>
              <a:pathLst>
                <a:path w="1405254" h="718185">
                  <a:moveTo>
                    <a:pt x="1390009" y="0"/>
                  </a:moveTo>
                  <a:lnTo>
                    <a:pt x="1391534" y="10917"/>
                  </a:lnTo>
                  <a:lnTo>
                    <a:pt x="1394557" y="21277"/>
                  </a:lnTo>
                  <a:lnTo>
                    <a:pt x="1398965" y="30964"/>
                  </a:lnTo>
                  <a:lnTo>
                    <a:pt x="1404644" y="39861"/>
                  </a:lnTo>
                  <a:lnTo>
                    <a:pt x="724301" y="717684"/>
                  </a:lnTo>
                  <a:lnTo>
                    <a:pt x="0" y="3692"/>
                  </a:lnTo>
                  <a:lnTo>
                    <a:pt x="1390009" y="0"/>
                  </a:lnTo>
                  <a:close/>
                </a:path>
              </a:pathLst>
            </a:custGeom>
            <a:ln w="10715">
              <a:solidFill>
                <a:srgbClr val="C2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851689" y="4435625"/>
              <a:ext cx="724535" cy="675640"/>
            </a:xfrm>
            <a:custGeom>
              <a:avLst/>
              <a:gdLst/>
              <a:ahLst/>
              <a:cxnLst/>
              <a:rect l="l" t="t" r="r" b="b"/>
              <a:pathLst>
                <a:path w="724534" h="675639">
                  <a:moveTo>
                    <a:pt x="719941" y="675350"/>
                  </a:moveTo>
                  <a:lnTo>
                    <a:pt x="0" y="674198"/>
                  </a:lnTo>
                  <a:lnTo>
                    <a:pt x="679972" y="0"/>
                  </a:lnTo>
                  <a:lnTo>
                    <a:pt x="689489" y="7776"/>
                  </a:lnTo>
                  <a:lnTo>
                    <a:pt x="700201" y="13940"/>
                  </a:lnTo>
                  <a:lnTo>
                    <a:pt x="711926" y="18306"/>
                  </a:lnTo>
                  <a:lnTo>
                    <a:pt x="724483" y="20685"/>
                  </a:lnTo>
                  <a:lnTo>
                    <a:pt x="719941" y="675350"/>
                  </a:lnTo>
                  <a:close/>
                </a:path>
              </a:pathLst>
            </a:custGeom>
            <a:solidFill>
              <a:srgbClr val="5DA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851689" y="4435624"/>
              <a:ext cx="724535" cy="675640"/>
            </a:xfrm>
            <a:custGeom>
              <a:avLst/>
              <a:gdLst/>
              <a:ahLst/>
              <a:cxnLst/>
              <a:rect l="l" t="t" r="r" b="b"/>
              <a:pathLst>
                <a:path w="724534" h="675639">
                  <a:moveTo>
                    <a:pt x="679972" y="0"/>
                  </a:moveTo>
                  <a:lnTo>
                    <a:pt x="689489" y="7776"/>
                  </a:lnTo>
                  <a:lnTo>
                    <a:pt x="700201" y="13940"/>
                  </a:lnTo>
                  <a:lnTo>
                    <a:pt x="711926" y="18306"/>
                  </a:lnTo>
                  <a:lnTo>
                    <a:pt x="724483" y="20685"/>
                  </a:lnTo>
                  <a:lnTo>
                    <a:pt x="719941" y="675350"/>
                  </a:lnTo>
                  <a:lnTo>
                    <a:pt x="0" y="674198"/>
                  </a:lnTo>
                  <a:lnTo>
                    <a:pt x="679972" y="0"/>
                  </a:lnTo>
                  <a:close/>
                </a:path>
              </a:pathLst>
            </a:custGeom>
            <a:ln w="10715">
              <a:solidFill>
                <a:srgbClr val="C2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19336" y="4314159"/>
              <a:ext cx="131998" cy="13199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7599" y="3537916"/>
              <a:ext cx="241110" cy="241071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00002" y="4005225"/>
              <a:ext cx="246275" cy="24451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69356" y="4994777"/>
              <a:ext cx="218233" cy="24650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729402" y="4555345"/>
              <a:ext cx="223520" cy="236220"/>
            </a:xfrm>
            <a:custGeom>
              <a:avLst/>
              <a:gdLst/>
              <a:ahLst/>
              <a:cxnLst/>
              <a:rect l="l" t="t" r="r" b="b"/>
              <a:pathLst>
                <a:path w="223520" h="236220">
                  <a:moveTo>
                    <a:pt x="4878" y="8381"/>
                  </a:moveTo>
                  <a:lnTo>
                    <a:pt x="89" y="22249"/>
                  </a:lnTo>
                  <a:lnTo>
                    <a:pt x="0" y="25721"/>
                  </a:lnTo>
                </a:path>
                <a:path w="223520" h="236220">
                  <a:moveTo>
                    <a:pt x="87839" y="36419"/>
                  </a:moveTo>
                  <a:lnTo>
                    <a:pt x="85562" y="36001"/>
                  </a:lnTo>
                  <a:lnTo>
                    <a:pt x="81632" y="35803"/>
                  </a:lnTo>
                  <a:lnTo>
                    <a:pt x="74186" y="35824"/>
                  </a:lnTo>
                  <a:lnTo>
                    <a:pt x="61363" y="36065"/>
                  </a:lnTo>
                  <a:lnTo>
                    <a:pt x="48165" y="36143"/>
                  </a:lnTo>
                  <a:lnTo>
                    <a:pt x="30045" y="42358"/>
                  </a:lnTo>
                  <a:lnTo>
                    <a:pt x="29782" y="44636"/>
                  </a:lnTo>
                </a:path>
                <a:path w="223520" h="236220">
                  <a:moveTo>
                    <a:pt x="29984" y="88277"/>
                  </a:moveTo>
                  <a:lnTo>
                    <a:pt x="46312" y="99381"/>
                  </a:lnTo>
                  <a:lnTo>
                    <a:pt x="59467" y="99363"/>
                  </a:lnTo>
                  <a:lnTo>
                    <a:pt x="92712" y="92235"/>
                  </a:lnTo>
                  <a:lnTo>
                    <a:pt x="93168" y="88677"/>
                  </a:lnTo>
                </a:path>
                <a:path w="223520" h="236220">
                  <a:moveTo>
                    <a:pt x="93156" y="48413"/>
                  </a:moveTo>
                  <a:lnTo>
                    <a:pt x="92976" y="44956"/>
                  </a:lnTo>
                  <a:lnTo>
                    <a:pt x="92602" y="42662"/>
                  </a:lnTo>
                  <a:lnTo>
                    <a:pt x="91683" y="40253"/>
                  </a:lnTo>
                  <a:lnTo>
                    <a:pt x="89720" y="37099"/>
                  </a:lnTo>
                </a:path>
                <a:path w="223520" h="236220">
                  <a:moveTo>
                    <a:pt x="3" y="212034"/>
                  </a:moveTo>
                  <a:lnTo>
                    <a:pt x="25015" y="235799"/>
                  </a:lnTo>
                  <a:lnTo>
                    <a:pt x="31156" y="235825"/>
                  </a:lnTo>
                </a:path>
                <a:path w="223520" h="236220">
                  <a:moveTo>
                    <a:pt x="222731" y="22683"/>
                  </a:moveTo>
                  <a:lnTo>
                    <a:pt x="201760" y="98"/>
                  </a:lnTo>
                  <a:lnTo>
                    <a:pt x="193701" y="0"/>
                  </a:lnTo>
                </a:path>
                <a:path w="223520" h="236220">
                  <a:moveTo>
                    <a:pt x="21798" y="37"/>
                  </a:moveTo>
                  <a:lnTo>
                    <a:pt x="5532" y="7524"/>
                  </a:lnTo>
                  <a:lnTo>
                    <a:pt x="4878" y="8381"/>
                  </a:lnTo>
                </a:path>
                <a:path w="223520" h="236220">
                  <a:moveTo>
                    <a:pt x="43677" y="174596"/>
                  </a:moveTo>
                  <a:lnTo>
                    <a:pt x="190607" y="174599"/>
                  </a:lnTo>
                </a:path>
                <a:path w="223520" h="236220">
                  <a:moveTo>
                    <a:pt x="43677" y="130530"/>
                  </a:moveTo>
                  <a:lnTo>
                    <a:pt x="189965" y="130492"/>
                  </a:lnTo>
                </a:path>
                <a:path w="223520" h="236220">
                  <a:moveTo>
                    <a:pt x="87839" y="36419"/>
                  </a:moveTo>
                  <a:lnTo>
                    <a:pt x="89720" y="37099"/>
                  </a:lnTo>
                </a:path>
                <a:path w="223520" h="236220">
                  <a:moveTo>
                    <a:pt x="116515" y="59661"/>
                  </a:moveTo>
                  <a:lnTo>
                    <a:pt x="190990" y="59672"/>
                  </a:lnTo>
                </a:path>
                <a:path w="223520" h="236220">
                  <a:moveTo>
                    <a:pt x="59826" y="81695"/>
                  </a:moveTo>
                  <a:lnTo>
                    <a:pt x="78331" y="55930"/>
                  </a:lnTo>
                </a:path>
                <a:path w="223520" h="236220">
                  <a:moveTo>
                    <a:pt x="46744" y="68684"/>
                  </a:moveTo>
                  <a:lnTo>
                    <a:pt x="59826" y="81695"/>
                  </a:lnTo>
                </a:path>
                <a:path w="223520" h="236220">
                  <a:moveTo>
                    <a:pt x="0" y="25721"/>
                  </a:moveTo>
                  <a:lnTo>
                    <a:pt x="3" y="212034"/>
                  </a:lnTo>
                </a:path>
                <a:path w="223520" h="236220">
                  <a:moveTo>
                    <a:pt x="31156" y="235825"/>
                  </a:moveTo>
                  <a:lnTo>
                    <a:pt x="197377" y="235827"/>
                  </a:lnTo>
                </a:path>
                <a:path w="223520" h="236220">
                  <a:moveTo>
                    <a:pt x="197396" y="235667"/>
                  </a:moveTo>
                  <a:lnTo>
                    <a:pt x="200930" y="236089"/>
                  </a:lnTo>
                  <a:lnTo>
                    <a:pt x="204373" y="235702"/>
                  </a:lnTo>
                  <a:lnTo>
                    <a:pt x="207724" y="234506"/>
                  </a:lnTo>
                  <a:lnTo>
                    <a:pt x="211076" y="233309"/>
                  </a:lnTo>
                  <a:lnTo>
                    <a:pt x="213985" y="231427"/>
                  </a:lnTo>
                  <a:lnTo>
                    <a:pt x="216451" y="228861"/>
                  </a:lnTo>
                  <a:lnTo>
                    <a:pt x="218918" y="226296"/>
                  </a:lnTo>
                  <a:lnTo>
                    <a:pt x="220683" y="223315"/>
                  </a:lnTo>
                  <a:lnTo>
                    <a:pt x="221747" y="219919"/>
                  </a:lnTo>
                  <a:lnTo>
                    <a:pt x="222811" y="216522"/>
                  </a:lnTo>
                  <a:lnTo>
                    <a:pt x="223062" y="213067"/>
                  </a:lnTo>
                  <a:lnTo>
                    <a:pt x="222499" y="209553"/>
                  </a:lnTo>
                </a:path>
                <a:path w="223520" h="236220">
                  <a:moveTo>
                    <a:pt x="29782" y="44636"/>
                  </a:moveTo>
                  <a:lnTo>
                    <a:pt x="29984" y="88277"/>
                  </a:lnTo>
                </a:path>
                <a:path w="223520" h="236220">
                  <a:moveTo>
                    <a:pt x="222775" y="209509"/>
                  </a:moveTo>
                  <a:lnTo>
                    <a:pt x="222731" y="22683"/>
                  </a:lnTo>
                </a:path>
                <a:path w="223520" h="236220">
                  <a:moveTo>
                    <a:pt x="93168" y="88677"/>
                  </a:moveTo>
                  <a:lnTo>
                    <a:pt x="93156" y="48413"/>
                  </a:lnTo>
                </a:path>
                <a:path w="223520" h="236220">
                  <a:moveTo>
                    <a:pt x="193701" y="0"/>
                  </a:moveTo>
                  <a:lnTo>
                    <a:pt x="21798" y="37"/>
                  </a:lnTo>
                </a:path>
              </a:pathLst>
            </a:custGeom>
            <a:ln w="104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373436" y="3858744"/>
            <a:ext cx="421640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spc="85" dirty="0">
                <a:solidFill>
                  <a:srgbClr val="3B4E4E"/>
                </a:solidFill>
                <a:latin typeface="Arial"/>
                <a:cs typeface="Arial"/>
              </a:rPr>
              <a:t>Goal</a:t>
            </a:r>
            <a:endParaRPr sz="12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638493" y="3131046"/>
            <a:ext cx="400050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spc="75" dirty="0">
                <a:solidFill>
                  <a:srgbClr val="3B4E4E"/>
                </a:solidFill>
                <a:latin typeface="Arial"/>
                <a:cs typeface="Arial"/>
              </a:rPr>
              <a:t>Plan</a:t>
            </a:r>
            <a:endParaRPr sz="12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429359" y="4626869"/>
            <a:ext cx="314325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spc="85" dirty="0">
                <a:solidFill>
                  <a:srgbClr val="3B4E4E"/>
                </a:solidFill>
                <a:latin typeface="Arial"/>
                <a:cs typeface="Arial"/>
              </a:rPr>
              <a:t>Act</a:t>
            </a:r>
            <a:endParaRPr sz="12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039650" y="5368042"/>
            <a:ext cx="571500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spc="125" dirty="0">
                <a:solidFill>
                  <a:srgbClr val="3B4E4E"/>
                </a:solidFill>
                <a:latin typeface="Arial"/>
                <a:cs typeface="Arial"/>
              </a:rPr>
              <a:t>Check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705600"/>
          </a:xfrm>
          <a:custGeom>
            <a:avLst/>
            <a:gdLst/>
            <a:ahLst/>
            <a:cxnLst/>
            <a:rect l="l" t="t" r="r" b="b"/>
            <a:pathLst>
              <a:path w="11430000" h="6705600">
                <a:moveTo>
                  <a:pt x="11429999" y="6705599"/>
                </a:moveTo>
                <a:lnTo>
                  <a:pt x="0" y="67055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705599"/>
                </a:lnTo>
                <a:close/>
              </a:path>
            </a:pathLst>
          </a:custGeom>
          <a:solidFill>
            <a:srgbClr val="FFFD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7374" y="444500"/>
            <a:ext cx="7413625" cy="53155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615" dirty="0"/>
              <a:t>How</a:t>
            </a:r>
            <a:r>
              <a:rPr spc="-190" dirty="0"/>
              <a:t> </a:t>
            </a:r>
            <a:r>
              <a:rPr spc="515" dirty="0"/>
              <a:t>Does</a:t>
            </a:r>
            <a:r>
              <a:rPr spc="-190" dirty="0"/>
              <a:t> </a:t>
            </a:r>
            <a:r>
              <a:rPr spc="320" dirty="0"/>
              <a:t>A</a:t>
            </a:r>
            <a:r>
              <a:rPr lang="en-IN" spc="320" dirty="0" err="1"/>
              <a:t>gentic</a:t>
            </a:r>
            <a:r>
              <a:rPr spc="-185" dirty="0"/>
              <a:t> </a:t>
            </a:r>
            <a:r>
              <a:rPr spc="340" dirty="0"/>
              <a:t>AI</a:t>
            </a:r>
            <a:r>
              <a:rPr spc="-190" dirty="0"/>
              <a:t> </a:t>
            </a:r>
            <a:r>
              <a:rPr spc="495" dirty="0"/>
              <a:t>Work?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7374" y="1339850"/>
            <a:ext cx="235648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80" dirty="0">
                <a:solidFill>
                  <a:srgbClr val="3B4E4E"/>
                </a:solidFill>
                <a:latin typeface="Tahoma"/>
                <a:cs typeface="Tahoma"/>
              </a:rPr>
              <a:t>A</a:t>
            </a:r>
            <a:r>
              <a:rPr sz="1350" spc="-8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simple</a:t>
            </a:r>
            <a:r>
              <a:rPr sz="1350" spc="1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step-by-step</a:t>
            </a:r>
            <a:r>
              <a:rPr sz="1350" spc="1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process: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96857" y="2016000"/>
            <a:ext cx="9836785" cy="4025265"/>
          </a:xfrm>
          <a:custGeom>
            <a:avLst/>
            <a:gdLst/>
            <a:ahLst/>
            <a:cxnLst/>
            <a:rect l="l" t="t" r="r" b="b"/>
            <a:pathLst>
              <a:path w="9836785" h="4025265">
                <a:moveTo>
                  <a:pt x="3797755" y="4025253"/>
                </a:moveTo>
                <a:lnTo>
                  <a:pt x="2215357" y="4017964"/>
                </a:lnTo>
                <a:lnTo>
                  <a:pt x="2166714" y="4012150"/>
                </a:lnTo>
                <a:lnTo>
                  <a:pt x="2122087" y="3996017"/>
                </a:lnTo>
                <a:lnTo>
                  <a:pt x="2082739" y="3970837"/>
                </a:lnTo>
                <a:lnTo>
                  <a:pt x="2049935" y="3937879"/>
                </a:lnTo>
                <a:lnTo>
                  <a:pt x="2024938" y="3898413"/>
                </a:lnTo>
                <a:lnTo>
                  <a:pt x="2009012" y="3853709"/>
                </a:lnTo>
                <a:lnTo>
                  <a:pt x="2003423" y="3805037"/>
                </a:lnTo>
                <a:lnTo>
                  <a:pt x="2003423" y="2074316"/>
                </a:lnTo>
                <a:lnTo>
                  <a:pt x="1911208" y="1982101"/>
                </a:lnTo>
                <a:lnTo>
                  <a:pt x="1911208" y="1972914"/>
                </a:lnTo>
                <a:lnTo>
                  <a:pt x="1922549" y="1961573"/>
                </a:lnTo>
                <a:lnTo>
                  <a:pt x="1931736" y="1961573"/>
                </a:lnTo>
                <a:lnTo>
                  <a:pt x="2003423" y="2033260"/>
                </a:lnTo>
                <a:lnTo>
                  <a:pt x="2003423" y="212920"/>
                </a:lnTo>
                <a:lnTo>
                  <a:pt x="1997200" y="166609"/>
                </a:lnTo>
                <a:lnTo>
                  <a:pt x="1979639" y="124994"/>
                </a:lnTo>
                <a:lnTo>
                  <a:pt x="1952400" y="89737"/>
                </a:lnTo>
                <a:lnTo>
                  <a:pt x="1917142" y="62497"/>
                </a:lnTo>
                <a:lnTo>
                  <a:pt x="1875526" y="44935"/>
                </a:lnTo>
                <a:lnTo>
                  <a:pt x="1829212" y="38712"/>
                </a:lnTo>
                <a:lnTo>
                  <a:pt x="296802" y="38712"/>
                </a:lnTo>
                <a:lnTo>
                  <a:pt x="250490" y="44935"/>
                </a:lnTo>
                <a:lnTo>
                  <a:pt x="208876" y="62497"/>
                </a:lnTo>
                <a:lnTo>
                  <a:pt x="173618" y="89737"/>
                </a:lnTo>
                <a:lnTo>
                  <a:pt x="146378" y="124994"/>
                </a:lnTo>
                <a:lnTo>
                  <a:pt x="128816" y="166609"/>
                </a:lnTo>
                <a:lnTo>
                  <a:pt x="122593" y="212920"/>
                </a:lnTo>
                <a:lnTo>
                  <a:pt x="122593" y="1926181"/>
                </a:lnTo>
                <a:lnTo>
                  <a:pt x="155849" y="1938765"/>
                </a:lnTo>
                <a:lnTo>
                  <a:pt x="182445" y="1961388"/>
                </a:lnTo>
                <a:lnTo>
                  <a:pt x="200085" y="1991760"/>
                </a:lnTo>
                <a:lnTo>
                  <a:pt x="206475" y="2027594"/>
                </a:lnTo>
                <a:lnTo>
                  <a:pt x="198361" y="2067776"/>
                </a:lnTo>
                <a:lnTo>
                  <a:pt x="176236" y="2100589"/>
                </a:lnTo>
                <a:lnTo>
                  <a:pt x="143421" y="2122713"/>
                </a:lnTo>
                <a:lnTo>
                  <a:pt x="103238" y="2130826"/>
                </a:lnTo>
                <a:lnTo>
                  <a:pt x="63053" y="2122713"/>
                </a:lnTo>
                <a:lnTo>
                  <a:pt x="30238" y="2100589"/>
                </a:lnTo>
                <a:lnTo>
                  <a:pt x="8113" y="2067776"/>
                </a:lnTo>
                <a:lnTo>
                  <a:pt x="0" y="2027594"/>
                </a:lnTo>
                <a:lnTo>
                  <a:pt x="6390" y="1991760"/>
                </a:lnTo>
                <a:lnTo>
                  <a:pt x="24030" y="1961388"/>
                </a:lnTo>
                <a:lnTo>
                  <a:pt x="50625" y="1938765"/>
                </a:lnTo>
                <a:lnTo>
                  <a:pt x="83881" y="1926181"/>
                </a:lnTo>
                <a:lnTo>
                  <a:pt x="83881" y="212920"/>
                </a:lnTo>
                <a:lnTo>
                  <a:pt x="89504" y="164100"/>
                </a:lnTo>
                <a:lnTo>
                  <a:pt x="105522" y="119283"/>
                </a:lnTo>
                <a:lnTo>
                  <a:pt x="130657" y="79749"/>
                </a:lnTo>
                <a:lnTo>
                  <a:pt x="163630" y="46776"/>
                </a:lnTo>
                <a:lnTo>
                  <a:pt x="203164" y="21641"/>
                </a:lnTo>
                <a:lnTo>
                  <a:pt x="247981" y="5623"/>
                </a:lnTo>
                <a:lnTo>
                  <a:pt x="296802" y="0"/>
                </a:lnTo>
                <a:lnTo>
                  <a:pt x="1829212" y="0"/>
                </a:lnTo>
                <a:lnTo>
                  <a:pt x="1878033" y="5623"/>
                </a:lnTo>
                <a:lnTo>
                  <a:pt x="1922851" y="21641"/>
                </a:lnTo>
                <a:lnTo>
                  <a:pt x="1962386" y="46776"/>
                </a:lnTo>
                <a:lnTo>
                  <a:pt x="1995360" y="79749"/>
                </a:lnTo>
                <a:lnTo>
                  <a:pt x="2020496" y="119283"/>
                </a:lnTo>
                <a:lnTo>
                  <a:pt x="2036515" y="164100"/>
                </a:lnTo>
                <a:lnTo>
                  <a:pt x="2042139" y="212920"/>
                </a:lnTo>
                <a:lnTo>
                  <a:pt x="2042139" y="2026758"/>
                </a:lnTo>
                <a:lnTo>
                  <a:pt x="2107324" y="1961573"/>
                </a:lnTo>
                <a:lnTo>
                  <a:pt x="2116511" y="1961573"/>
                </a:lnTo>
                <a:lnTo>
                  <a:pt x="2127853" y="1972914"/>
                </a:lnTo>
                <a:lnTo>
                  <a:pt x="2127853" y="1982101"/>
                </a:lnTo>
                <a:lnTo>
                  <a:pt x="2042139" y="2067815"/>
                </a:lnTo>
                <a:lnTo>
                  <a:pt x="2042139" y="3805037"/>
                </a:lnTo>
                <a:lnTo>
                  <a:pt x="2048324" y="3851211"/>
                </a:lnTo>
                <a:lnTo>
                  <a:pt x="2065784" y="3892729"/>
                </a:lnTo>
                <a:lnTo>
                  <a:pt x="2092877" y="3927941"/>
                </a:lnTo>
                <a:lnTo>
                  <a:pt x="2127963" y="3955198"/>
                </a:lnTo>
                <a:lnTo>
                  <a:pt x="2169399" y="3972850"/>
                </a:lnTo>
                <a:lnTo>
                  <a:pt x="2215543" y="3979248"/>
                </a:lnTo>
                <a:lnTo>
                  <a:pt x="3797932" y="3986537"/>
                </a:lnTo>
                <a:lnTo>
                  <a:pt x="3844411" y="3980489"/>
                </a:lnTo>
                <a:lnTo>
                  <a:pt x="3886204" y="3963017"/>
                </a:lnTo>
                <a:lnTo>
                  <a:pt x="3921633" y="3935794"/>
                </a:lnTo>
                <a:lnTo>
                  <a:pt x="3949017" y="3900489"/>
                </a:lnTo>
                <a:lnTo>
                  <a:pt x="3966680" y="3858776"/>
                </a:lnTo>
                <a:lnTo>
                  <a:pt x="3972940" y="3812326"/>
                </a:lnTo>
                <a:lnTo>
                  <a:pt x="3972940" y="2166680"/>
                </a:lnTo>
                <a:lnTo>
                  <a:pt x="3969694" y="2166680"/>
                </a:lnTo>
                <a:lnTo>
                  <a:pt x="3969694" y="2008157"/>
                </a:lnTo>
                <a:lnTo>
                  <a:pt x="3896413" y="2081438"/>
                </a:lnTo>
                <a:lnTo>
                  <a:pt x="3887226" y="2081438"/>
                </a:lnTo>
                <a:lnTo>
                  <a:pt x="3875885" y="2070097"/>
                </a:lnTo>
                <a:lnTo>
                  <a:pt x="3875885" y="2060910"/>
                </a:lnTo>
                <a:lnTo>
                  <a:pt x="3972940" y="1963855"/>
                </a:lnTo>
                <a:lnTo>
                  <a:pt x="3972940" y="221096"/>
                </a:lnTo>
                <a:lnTo>
                  <a:pt x="3978532" y="172426"/>
                </a:lnTo>
                <a:lnTo>
                  <a:pt x="3994459" y="127724"/>
                </a:lnTo>
                <a:lnTo>
                  <a:pt x="4019456" y="88260"/>
                </a:lnTo>
                <a:lnTo>
                  <a:pt x="4052259" y="55303"/>
                </a:lnTo>
                <a:lnTo>
                  <a:pt x="4091606" y="30123"/>
                </a:lnTo>
                <a:lnTo>
                  <a:pt x="4136232" y="13990"/>
                </a:lnTo>
                <a:lnTo>
                  <a:pt x="4184873" y="8174"/>
                </a:lnTo>
                <a:lnTo>
                  <a:pt x="5747904" y="906"/>
                </a:lnTo>
                <a:lnTo>
                  <a:pt x="5796905" y="6337"/>
                </a:lnTo>
                <a:lnTo>
                  <a:pt x="5841912" y="22240"/>
                </a:lnTo>
                <a:lnTo>
                  <a:pt x="5881634" y="47331"/>
                </a:lnTo>
                <a:lnTo>
                  <a:pt x="5914779" y="80321"/>
                </a:lnTo>
                <a:lnTo>
                  <a:pt x="5940054" y="119925"/>
                </a:lnTo>
                <a:lnTo>
                  <a:pt x="5956167" y="164857"/>
                </a:lnTo>
                <a:lnTo>
                  <a:pt x="5961825" y="213828"/>
                </a:lnTo>
                <a:lnTo>
                  <a:pt x="5961825" y="1876331"/>
                </a:lnTo>
                <a:lnTo>
                  <a:pt x="5963408" y="1876331"/>
                </a:lnTo>
                <a:lnTo>
                  <a:pt x="5963408" y="2034853"/>
                </a:lnTo>
                <a:lnTo>
                  <a:pt x="6036689" y="1961573"/>
                </a:lnTo>
                <a:lnTo>
                  <a:pt x="6045876" y="1961573"/>
                </a:lnTo>
                <a:lnTo>
                  <a:pt x="6057217" y="1972914"/>
                </a:lnTo>
                <a:lnTo>
                  <a:pt x="6057217" y="1982101"/>
                </a:lnTo>
                <a:lnTo>
                  <a:pt x="5961825" y="2077494"/>
                </a:lnTo>
                <a:lnTo>
                  <a:pt x="5961825" y="3804152"/>
                </a:lnTo>
                <a:lnTo>
                  <a:pt x="5968047" y="3850462"/>
                </a:lnTo>
                <a:lnTo>
                  <a:pt x="5985608" y="3892077"/>
                </a:lnTo>
                <a:lnTo>
                  <a:pt x="6012847" y="3927336"/>
                </a:lnTo>
                <a:lnTo>
                  <a:pt x="6048103" y="3954577"/>
                </a:lnTo>
                <a:lnTo>
                  <a:pt x="6089716" y="3972140"/>
                </a:lnTo>
                <a:lnTo>
                  <a:pt x="6136026" y="3978363"/>
                </a:lnTo>
                <a:lnTo>
                  <a:pt x="7650672" y="3978363"/>
                </a:lnTo>
                <a:lnTo>
                  <a:pt x="7696982" y="3972140"/>
                </a:lnTo>
                <a:lnTo>
                  <a:pt x="7738597" y="3954577"/>
                </a:lnTo>
                <a:lnTo>
                  <a:pt x="7773856" y="3927336"/>
                </a:lnTo>
                <a:lnTo>
                  <a:pt x="7801097" y="3892077"/>
                </a:lnTo>
                <a:lnTo>
                  <a:pt x="7818660" y="3850462"/>
                </a:lnTo>
                <a:lnTo>
                  <a:pt x="7824883" y="3804152"/>
                </a:lnTo>
                <a:lnTo>
                  <a:pt x="7824883" y="2024259"/>
                </a:lnTo>
                <a:lnTo>
                  <a:pt x="7758035" y="2091107"/>
                </a:lnTo>
                <a:lnTo>
                  <a:pt x="7748849" y="2091107"/>
                </a:lnTo>
                <a:lnTo>
                  <a:pt x="7737507" y="2079776"/>
                </a:lnTo>
                <a:lnTo>
                  <a:pt x="7737507" y="2070579"/>
                </a:lnTo>
                <a:lnTo>
                  <a:pt x="7824883" y="1983203"/>
                </a:lnTo>
                <a:lnTo>
                  <a:pt x="7824883" y="221994"/>
                </a:lnTo>
                <a:lnTo>
                  <a:pt x="7830507" y="173174"/>
                </a:lnTo>
                <a:lnTo>
                  <a:pt x="7846526" y="128357"/>
                </a:lnTo>
                <a:lnTo>
                  <a:pt x="7871661" y="88823"/>
                </a:lnTo>
                <a:lnTo>
                  <a:pt x="7904635" y="55849"/>
                </a:lnTo>
                <a:lnTo>
                  <a:pt x="7944168" y="30714"/>
                </a:lnTo>
                <a:lnTo>
                  <a:pt x="7988983" y="14696"/>
                </a:lnTo>
                <a:lnTo>
                  <a:pt x="8037800" y="9073"/>
                </a:lnTo>
                <a:lnTo>
                  <a:pt x="9539521" y="9073"/>
                </a:lnTo>
                <a:lnTo>
                  <a:pt x="9588342" y="14696"/>
                </a:lnTo>
                <a:lnTo>
                  <a:pt x="9633158" y="30714"/>
                </a:lnTo>
                <a:lnTo>
                  <a:pt x="9672691" y="55849"/>
                </a:lnTo>
                <a:lnTo>
                  <a:pt x="9705664" y="88823"/>
                </a:lnTo>
                <a:lnTo>
                  <a:pt x="9730798" y="128357"/>
                </a:lnTo>
                <a:lnTo>
                  <a:pt x="9746815" y="173174"/>
                </a:lnTo>
                <a:lnTo>
                  <a:pt x="9752438" y="221994"/>
                </a:lnTo>
                <a:lnTo>
                  <a:pt x="9752438" y="1926181"/>
                </a:lnTo>
                <a:lnTo>
                  <a:pt x="9785690" y="1938765"/>
                </a:lnTo>
                <a:lnTo>
                  <a:pt x="9812273" y="1961388"/>
                </a:lnTo>
                <a:lnTo>
                  <a:pt x="9829899" y="1991760"/>
                </a:lnTo>
                <a:lnTo>
                  <a:pt x="9836283" y="2027594"/>
                </a:lnTo>
                <a:lnTo>
                  <a:pt x="9828176" y="2067776"/>
                </a:lnTo>
                <a:lnTo>
                  <a:pt x="9806065" y="2100589"/>
                </a:lnTo>
                <a:lnTo>
                  <a:pt x="9773262" y="2122713"/>
                </a:lnTo>
                <a:lnTo>
                  <a:pt x="9733080" y="2130826"/>
                </a:lnTo>
                <a:lnTo>
                  <a:pt x="9692899" y="2122713"/>
                </a:lnTo>
                <a:lnTo>
                  <a:pt x="9660085" y="2100589"/>
                </a:lnTo>
                <a:lnTo>
                  <a:pt x="9637961" y="2067776"/>
                </a:lnTo>
                <a:lnTo>
                  <a:pt x="9629848" y="2027594"/>
                </a:lnTo>
                <a:lnTo>
                  <a:pt x="9636238" y="1991760"/>
                </a:lnTo>
                <a:lnTo>
                  <a:pt x="9653877" y="1961388"/>
                </a:lnTo>
                <a:lnTo>
                  <a:pt x="9680470" y="1938765"/>
                </a:lnTo>
                <a:lnTo>
                  <a:pt x="9713722" y="1926181"/>
                </a:lnTo>
                <a:lnTo>
                  <a:pt x="9713722" y="221994"/>
                </a:lnTo>
                <a:lnTo>
                  <a:pt x="9707500" y="175683"/>
                </a:lnTo>
                <a:lnTo>
                  <a:pt x="9689939" y="134069"/>
                </a:lnTo>
                <a:lnTo>
                  <a:pt x="9662700" y="98811"/>
                </a:lnTo>
                <a:lnTo>
                  <a:pt x="9627444" y="71570"/>
                </a:lnTo>
                <a:lnTo>
                  <a:pt x="9585831" y="54008"/>
                </a:lnTo>
                <a:lnTo>
                  <a:pt x="9539521" y="47785"/>
                </a:lnTo>
                <a:lnTo>
                  <a:pt x="8037800" y="47785"/>
                </a:lnTo>
                <a:lnTo>
                  <a:pt x="7991490" y="54008"/>
                </a:lnTo>
                <a:lnTo>
                  <a:pt x="7949877" y="71570"/>
                </a:lnTo>
                <a:lnTo>
                  <a:pt x="7914621" y="98811"/>
                </a:lnTo>
                <a:lnTo>
                  <a:pt x="7887382" y="134069"/>
                </a:lnTo>
                <a:lnTo>
                  <a:pt x="7869821" y="175683"/>
                </a:lnTo>
                <a:lnTo>
                  <a:pt x="7863599" y="221994"/>
                </a:lnTo>
                <a:lnTo>
                  <a:pt x="7863599" y="1980035"/>
                </a:lnTo>
                <a:lnTo>
                  <a:pt x="7954152" y="2070579"/>
                </a:lnTo>
                <a:lnTo>
                  <a:pt x="7954152" y="2079776"/>
                </a:lnTo>
                <a:lnTo>
                  <a:pt x="7942811" y="2091107"/>
                </a:lnTo>
                <a:lnTo>
                  <a:pt x="7933624" y="2091107"/>
                </a:lnTo>
                <a:lnTo>
                  <a:pt x="7863599" y="2021092"/>
                </a:lnTo>
                <a:lnTo>
                  <a:pt x="7863599" y="3804152"/>
                </a:lnTo>
                <a:lnTo>
                  <a:pt x="7857975" y="3852972"/>
                </a:lnTo>
                <a:lnTo>
                  <a:pt x="7841956" y="3897788"/>
                </a:lnTo>
                <a:lnTo>
                  <a:pt x="7816820" y="3937322"/>
                </a:lnTo>
                <a:lnTo>
                  <a:pt x="7783846" y="3970294"/>
                </a:lnTo>
                <a:lnTo>
                  <a:pt x="7744311" y="3995428"/>
                </a:lnTo>
                <a:lnTo>
                  <a:pt x="7699493" y="4011446"/>
                </a:lnTo>
                <a:lnTo>
                  <a:pt x="7650672" y="4017069"/>
                </a:lnTo>
                <a:lnTo>
                  <a:pt x="6136026" y="4017069"/>
                </a:lnTo>
                <a:lnTo>
                  <a:pt x="6087208" y="4011446"/>
                </a:lnTo>
                <a:lnTo>
                  <a:pt x="6042394" y="3995428"/>
                </a:lnTo>
                <a:lnTo>
                  <a:pt x="6002860" y="3970294"/>
                </a:lnTo>
                <a:lnTo>
                  <a:pt x="5969887" y="3937322"/>
                </a:lnTo>
                <a:lnTo>
                  <a:pt x="5944751" y="3897788"/>
                </a:lnTo>
                <a:lnTo>
                  <a:pt x="5928733" y="3852972"/>
                </a:lnTo>
                <a:lnTo>
                  <a:pt x="5923109" y="3804152"/>
                </a:lnTo>
                <a:lnTo>
                  <a:pt x="5923109" y="2064638"/>
                </a:lnTo>
                <a:lnTo>
                  <a:pt x="5840573" y="1982101"/>
                </a:lnTo>
                <a:lnTo>
                  <a:pt x="5840573" y="1972914"/>
                </a:lnTo>
                <a:lnTo>
                  <a:pt x="5851913" y="1961573"/>
                </a:lnTo>
                <a:lnTo>
                  <a:pt x="5861101" y="1961573"/>
                </a:lnTo>
                <a:lnTo>
                  <a:pt x="5923109" y="2023581"/>
                </a:lnTo>
                <a:lnTo>
                  <a:pt x="5923109" y="213828"/>
                </a:lnTo>
                <a:lnTo>
                  <a:pt x="5916848" y="167376"/>
                </a:lnTo>
                <a:lnTo>
                  <a:pt x="5899184" y="125661"/>
                </a:lnTo>
                <a:lnTo>
                  <a:pt x="5871797" y="90357"/>
                </a:lnTo>
                <a:lnTo>
                  <a:pt x="5836366" y="63134"/>
                </a:lnTo>
                <a:lnTo>
                  <a:pt x="5794571" y="45665"/>
                </a:lnTo>
                <a:lnTo>
                  <a:pt x="5748091" y="39620"/>
                </a:lnTo>
                <a:lnTo>
                  <a:pt x="4185050" y="46888"/>
                </a:lnTo>
                <a:lnTo>
                  <a:pt x="4138910" y="53288"/>
                </a:lnTo>
                <a:lnTo>
                  <a:pt x="4097477" y="70942"/>
                </a:lnTo>
                <a:lnTo>
                  <a:pt x="4062393" y="98199"/>
                </a:lnTo>
                <a:lnTo>
                  <a:pt x="4035300" y="133411"/>
                </a:lnTo>
                <a:lnTo>
                  <a:pt x="4017841" y="174926"/>
                </a:lnTo>
                <a:lnTo>
                  <a:pt x="4011656" y="221096"/>
                </a:lnTo>
                <a:lnTo>
                  <a:pt x="4011656" y="1980035"/>
                </a:lnTo>
                <a:lnTo>
                  <a:pt x="4092530" y="2060910"/>
                </a:lnTo>
                <a:lnTo>
                  <a:pt x="4092530" y="2070097"/>
                </a:lnTo>
                <a:lnTo>
                  <a:pt x="4081189" y="2081438"/>
                </a:lnTo>
                <a:lnTo>
                  <a:pt x="4072002" y="2081438"/>
                </a:lnTo>
                <a:lnTo>
                  <a:pt x="4011656" y="2021092"/>
                </a:lnTo>
                <a:lnTo>
                  <a:pt x="4011656" y="3812326"/>
                </a:lnTo>
                <a:lnTo>
                  <a:pt x="4005998" y="3861296"/>
                </a:lnTo>
                <a:lnTo>
                  <a:pt x="3989887" y="3906227"/>
                </a:lnTo>
                <a:lnTo>
                  <a:pt x="3964615" y="3945831"/>
                </a:lnTo>
                <a:lnTo>
                  <a:pt x="3931473" y="3978822"/>
                </a:lnTo>
                <a:lnTo>
                  <a:pt x="3891754" y="4003914"/>
                </a:lnTo>
                <a:lnTo>
                  <a:pt x="3846751" y="4019819"/>
                </a:lnTo>
                <a:lnTo>
                  <a:pt x="3797755" y="4025253"/>
                </a:lnTo>
                <a:close/>
              </a:path>
            </a:pathLst>
          </a:custGeom>
          <a:solidFill>
            <a:srgbClr val="468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091812" y="4916734"/>
            <a:ext cx="1417955" cy="89598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15"/>
              </a:spcBef>
            </a:pPr>
            <a:r>
              <a:rPr sz="1750" b="1" spc="80" dirty="0">
                <a:solidFill>
                  <a:srgbClr val="3B4E4E"/>
                </a:solidFill>
                <a:latin typeface="Trebuchet MS"/>
                <a:cs typeface="Trebuchet MS"/>
              </a:rPr>
              <a:t>Interpret</a:t>
            </a:r>
            <a:endParaRPr sz="1750">
              <a:latin typeface="Trebuchet MS"/>
              <a:cs typeface="Trebuchet MS"/>
            </a:endParaRPr>
          </a:p>
          <a:p>
            <a:pPr marL="12700" marR="5080" algn="ctr">
              <a:lnSpc>
                <a:spcPct val="106000"/>
              </a:lnSpc>
              <a:spcBef>
                <a:spcPts val="475"/>
              </a:spcBef>
            </a:pPr>
            <a:r>
              <a:rPr sz="1400" spc="-55" dirty="0">
                <a:solidFill>
                  <a:srgbClr val="3B4E4E"/>
                </a:solidFill>
                <a:latin typeface="Tahoma"/>
                <a:cs typeface="Tahoma"/>
              </a:rPr>
              <a:t>AI</a:t>
            </a:r>
            <a:r>
              <a:rPr sz="1400" spc="-7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B4E4E"/>
                </a:solidFill>
                <a:latin typeface="Tahoma"/>
                <a:cs typeface="Tahoma"/>
              </a:rPr>
              <a:t>analyzes</a:t>
            </a:r>
            <a:r>
              <a:rPr sz="1400" spc="-6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3B4E4E"/>
                </a:solidFill>
                <a:latin typeface="Tahoma"/>
                <a:cs typeface="Tahoma"/>
              </a:rPr>
              <a:t>intent </a:t>
            </a:r>
            <a:r>
              <a:rPr sz="1400" dirty="0">
                <a:solidFill>
                  <a:srgbClr val="3B4E4E"/>
                </a:solidFill>
                <a:latin typeface="Tahoma"/>
                <a:cs typeface="Tahoma"/>
              </a:rPr>
              <a:t>and</a:t>
            </a:r>
            <a:r>
              <a:rPr sz="1400" spc="-10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3B4E4E"/>
                </a:solidFill>
                <a:latin typeface="Tahoma"/>
                <a:cs typeface="Tahoma"/>
              </a:rPr>
              <a:t>context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56980" y="4916734"/>
            <a:ext cx="1088390" cy="89598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15"/>
              </a:spcBef>
            </a:pPr>
            <a:r>
              <a:rPr sz="1750" b="1" spc="170" dirty="0">
                <a:solidFill>
                  <a:srgbClr val="233838"/>
                </a:solidFill>
                <a:latin typeface="Trebuchet MS"/>
                <a:cs typeface="Trebuchet MS"/>
              </a:rPr>
              <a:t>Act</a:t>
            </a:r>
            <a:endParaRPr sz="1750">
              <a:latin typeface="Trebuchet MS"/>
              <a:cs typeface="Trebuchet MS"/>
            </a:endParaRPr>
          </a:p>
          <a:p>
            <a:pPr marL="12700" marR="5080" indent="-635" algn="ctr">
              <a:lnSpc>
                <a:spcPct val="106000"/>
              </a:lnSpc>
              <a:spcBef>
                <a:spcPts val="475"/>
              </a:spcBef>
            </a:pPr>
            <a:r>
              <a:rPr sz="1400" dirty="0">
                <a:solidFill>
                  <a:srgbClr val="3B4E4E"/>
                </a:solidFill>
                <a:latin typeface="Tahoma"/>
                <a:cs typeface="Tahoma"/>
              </a:rPr>
              <a:t>Use</a:t>
            </a:r>
            <a:r>
              <a:rPr sz="140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B4E4E"/>
                </a:solidFill>
                <a:latin typeface="Tahoma"/>
                <a:cs typeface="Tahoma"/>
              </a:rPr>
              <a:t>tools</a:t>
            </a:r>
            <a:r>
              <a:rPr sz="1400" spc="-6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3B4E4E"/>
                </a:solidFill>
                <a:latin typeface="Tahoma"/>
                <a:cs typeface="Tahoma"/>
              </a:rPr>
              <a:t>and </a:t>
            </a:r>
            <a:r>
              <a:rPr sz="1400" spc="-10" dirty="0">
                <a:solidFill>
                  <a:srgbClr val="3B4E4E"/>
                </a:solidFill>
                <a:latin typeface="Tahoma"/>
                <a:cs typeface="Tahoma"/>
              </a:rPr>
              <a:t>execute</a:t>
            </a:r>
            <a:r>
              <a:rPr sz="1400" spc="-6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3B4E4E"/>
                </a:solidFill>
                <a:latin typeface="Tahoma"/>
                <a:cs typeface="Tahoma"/>
              </a:rPr>
              <a:t>tasks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4731" y="2166253"/>
            <a:ext cx="1521460" cy="1098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180" marR="289560" algn="ctr">
              <a:lnSpc>
                <a:spcPct val="107000"/>
              </a:lnSpc>
              <a:spcBef>
                <a:spcPts val="100"/>
              </a:spcBef>
            </a:pPr>
            <a:r>
              <a:rPr sz="1750" b="1" spc="140" dirty="0">
                <a:solidFill>
                  <a:srgbClr val="3B4E4E"/>
                </a:solidFill>
                <a:latin typeface="Trebuchet MS"/>
                <a:cs typeface="Trebuchet MS"/>
              </a:rPr>
              <a:t>Provide </a:t>
            </a:r>
            <a:r>
              <a:rPr sz="1750" b="1" spc="210" dirty="0">
                <a:solidFill>
                  <a:srgbClr val="3B4E4E"/>
                </a:solidFill>
                <a:latin typeface="Trebuchet MS"/>
                <a:cs typeface="Trebuchet MS"/>
              </a:rPr>
              <a:t>Goal</a:t>
            </a:r>
            <a:endParaRPr sz="1750">
              <a:latin typeface="Trebuchet MS"/>
              <a:cs typeface="Trebuchet MS"/>
            </a:endParaRPr>
          </a:p>
          <a:p>
            <a:pPr marL="12700" marR="5080" algn="ctr">
              <a:lnSpc>
                <a:spcPct val="101400"/>
              </a:lnSpc>
              <a:spcBef>
                <a:spcPts val="550"/>
              </a:spcBef>
            </a:pPr>
            <a:r>
              <a:rPr sz="1400" dirty="0">
                <a:solidFill>
                  <a:srgbClr val="3B4E4E"/>
                </a:solidFill>
                <a:latin typeface="Tahoma"/>
                <a:cs typeface="Tahoma"/>
              </a:rPr>
              <a:t>User</a:t>
            </a:r>
            <a:r>
              <a:rPr sz="1400" spc="-7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B4E4E"/>
                </a:solidFill>
                <a:latin typeface="Tahoma"/>
                <a:cs typeface="Tahoma"/>
              </a:rPr>
              <a:t>states</a:t>
            </a:r>
            <a:r>
              <a:rPr sz="1400" spc="-7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3B4E4E"/>
                </a:solidFill>
                <a:latin typeface="Tahoma"/>
                <a:cs typeface="Tahoma"/>
              </a:rPr>
              <a:t>desired outcome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35410" y="2081414"/>
            <a:ext cx="1106170" cy="90805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750" b="1" spc="165" dirty="0">
                <a:solidFill>
                  <a:srgbClr val="3B4E4E"/>
                </a:solidFill>
                <a:latin typeface="Trebuchet MS"/>
                <a:cs typeface="Trebuchet MS"/>
              </a:rPr>
              <a:t>Evaluate</a:t>
            </a:r>
            <a:endParaRPr sz="1750">
              <a:latin typeface="Trebuchet MS"/>
              <a:cs typeface="Trebuchet MS"/>
            </a:endParaRPr>
          </a:p>
          <a:p>
            <a:pPr marL="74930" marR="15240" indent="-52705">
              <a:lnSpc>
                <a:spcPct val="101400"/>
              </a:lnSpc>
              <a:spcBef>
                <a:spcPts val="625"/>
              </a:spcBef>
            </a:pPr>
            <a:r>
              <a:rPr sz="1400" dirty="0">
                <a:solidFill>
                  <a:srgbClr val="3B4E4E"/>
                </a:solidFill>
                <a:latin typeface="Tahoma"/>
                <a:cs typeface="Tahoma"/>
              </a:rPr>
              <a:t>Check</a:t>
            </a:r>
            <a:r>
              <a:rPr sz="1400" spc="2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3B4E4E"/>
                </a:solidFill>
                <a:latin typeface="Tahoma"/>
                <a:cs typeface="Tahoma"/>
              </a:rPr>
              <a:t>results </a:t>
            </a:r>
            <a:r>
              <a:rPr sz="1400" dirty="0">
                <a:solidFill>
                  <a:srgbClr val="3B4E4E"/>
                </a:solidFill>
                <a:latin typeface="Tahoma"/>
                <a:cs typeface="Tahoma"/>
              </a:rPr>
              <a:t>against</a:t>
            </a:r>
            <a:r>
              <a:rPr sz="1400" spc="-4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3B4E4E"/>
                </a:solidFill>
                <a:latin typeface="Tahoma"/>
                <a:cs typeface="Tahoma"/>
              </a:rPr>
              <a:t>goal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09949" y="2081414"/>
            <a:ext cx="1330325" cy="90805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15"/>
              </a:spcBef>
            </a:pPr>
            <a:r>
              <a:rPr sz="1750" b="1" spc="175" dirty="0">
                <a:solidFill>
                  <a:srgbClr val="233838"/>
                </a:solidFill>
                <a:latin typeface="Trebuchet MS"/>
                <a:cs typeface="Trebuchet MS"/>
              </a:rPr>
              <a:t>Plan</a:t>
            </a:r>
            <a:endParaRPr sz="1750">
              <a:latin typeface="Trebuchet MS"/>
              <a:cs typeface="Trebuchet MS"/>
            </a:endParaRPr>
          </a:p>
          <a:p>
            <a:pPr marL="12065" marR="5080" algn="ctr">
              <a:lnSpc>
                <a:spcPct val="101400"/>
              </a:lnSpc>
              <a:spcBef>
                <a:spcPts val="625"/>
              </a:spcBef>
            </a:pPr>
            <a:r>
              <a:rPr sz="1400" spc="-10" dirty="0">
                <a:solidFill>
                  <a:srgbClr val="3B4E4E"/>
                </a:solidFill>
                <a:latin typeface="Tahoma"/>
                <a:cs typeface="Tahoma"/>
              </a:rPr>
              <a:t>Define</a:t>
            </a:r>
            <a:r>
              <a:rPr sz="1400" spc="-6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B4E4E"/>
                </a:solidFill>
                <a:latin typeface="Tahoma"/>
                <a:cs typeface="Tahoma"/>
              </a:rPr>
              <a:t>steps</a:t>
            </a:r>
            <a:r>
              <a:rPr sz="1400" spc="-6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3B4E4E"/>
                </a:solidFill>
                <a:latin typeface="Tahoma"/>
                <a:cs typeface="Tahoma"/>
              </a:rPr>
              <a:t>and </a:t>
            </a:r>
            <a:r>
              <a:rPr sz="1400" spc="-10" dirty="0">
                <a:solidFill>
                  <a:srgbClr val="3B4E4E"/>
                </a:solidFill>
                <a:latin typeface="Tahoma"/>
                <a:cs typeface="Tahoma"/>
              </a:rPr>
              <a:t>resources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FFFD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04837" y="1235075"/>
            <a:ext cx="6397942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3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</a:t>
            </a:r>
            <a:r>
              <a:rPr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3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3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pc="3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pc="32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entic</a:t>
            </a:r>
            <a:r>
              <a:rPr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3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7374" y="2139950"/>
            <a:ext cx="1720214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What's</a:t>
            </a:r>
            <a:r>
              <a:rPr sz="1350" spc="-9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the</a:t>
            </a:r>
            <a:r>
              <a:rPr sz="1350" spc="-9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difference?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4837" y="2624137"/>
            <a:ext cx="10220325" cy="2543175"/>
          </a:xfrm>
          <a:custGeom>
            <a:avLst/>
            <a:gdLst/>
            <a:ahLst/>
            <a:cxnLst/>
            <a:rect l="l" t="t" r="r" b="b"/>
            <a:pathLst>
              <a:path w="10220325" h="2543175">
                <a:moveTo>
                  <a:pt x="0" y="2487929"/>
                </a:moveTo>
                <a:lnTo>
                  <a:pt x="0" y="55244"/>
                </a:lnTo>
                <a:lnTo>
                  <a:pt x="0" y="51617"/>
                </a:lnTo>
                <a:lnTo>
                  <a:pt x="353" y="48024"/>
                </a:lnTo>
                <a:lnTo>
                  <a:pt x="1061" y="44467"/>
                </a:lnTo>
                <a:lnTo>
                  <a:pt x="1769" y="40909"/>
                </a:lnTo>
                <a:lnTo>
                  <a:pt x="2817" y="37454"/>
                </a:lnTo>
                <a:lnTo>
                  <a:pt x="4205" y="34103"/>
                </a:lnTo>
                <a:lnTo>
                  <a:pt x="5593" y="30752"/>
                </a:lnTo>
                <a:lnTo>
                  <a:pt x="7295" y="27568"/>
                </a:lnTo>
                <a:lnTo>
                  <a:pt x="9310" y="24552"/>
                </a:lnTo>
                <a:lnTo>
                  <a:pt x="11325" y="21536"/>
                </a:lnTo>
                <a:lnTo>
                  <a:pt x="13615" y="18745"/>
                </a:lnTo>
                <a:lnTo>
                  <a:pt x="16180" y="16180"/>
                </a:lnTo>
                <a:lnTo>
                  <a:pt x="18745" y="13615"/>
                </a:lnTo>
                <a:lnTo>
                  <a:pt x="21536" y="11325"/>
                </a:lnTo>
                <a:lnTo>
                  <a:pt x="24552" y="9310"/>
                </a:lnTo>
                <a:lnTo>
                  <a:pt x="27568" y="7294"/>
                </a:lnTo>
                <a:lnTo>
                  <a:pt x="44467" y="1061"/>
                </a:lnTo>
                <a:lnTo>
                  <a:pt x="48025" y="353"/>
                </a:lnTo>
                <a:lnTo>
                  <a:pt x="51617" y="0"/>
                </a:lnTo>
                <a:lnTo>
                  <a:pt x="55245" y="0"/>
                </a:lnTo>
                <a:lnTo>
                  <a:pt x="10165078" y="0"/>
                </a:lnTo>
                <a:lnTo>
                  <a:pt x="10168705" y="0"/>
                </a:lnTo>
                <a:lnTo>
                  <a:pt x="10172298" y="353"/>
                </a:lnTo>
                <a:lnTo>
                  <a:pt x="10175856" y="1061"/>
                </a:lnTo>
                <a:lnTo>
                  <a:pt x="10179413" y="1769"/>
                </a:lnTo>
                <a:lnTo>
                  <a:pt x="10182868" y="2817"/>
                </a:lnTo>
                <a:lnTo>
                  <a:pt x="10186219" y="4205"/>
                </a:lnTo>
                <a:lnTo>
                  <a:pt x="10189571" y="5592"/>
                </a:lnTo>
                <a:lnTo>
                  <a:pt x="10192754" y="7294"/>
                </a:lnTo>
                <a:lnTo>
                  <a:pt x="10195769" y="9310"/>
                </a:lnTo>
                <a:lnTo>
                  <a:pt x="10198787" y="11325"/>
                </a:lnTo>
                <a:lnTo>
                  <a:pt x="10211012" y="24552"/>
                </a:lnTo>
                <a:lnTo>
                  <a:pt x="10213027" y="27568"/>
                </a:lnTo>
                <a:lnTo>
                  <a:pt x="10219261" y="44467"/>
                </a:lnTo>
                <a:lnTo>
                  <a:pt x="10219969" y="48024"/>
                </a:lnTo>
                <a:lnTo>
                  <a:pt x="10220323" y="51617"/>
                </a:lnTo>
                <a:lnTo>
                  <a:pt x="10220324" y="55244"/>
                </a:lnTo>
                <a:lnTo>
                  <a:pt x="10220324" y="2487929"/>
                </a:lnTo>
                <a:lnTo>
                  <a:pt x="10220323" y="2491557"/>
                </a:lnTo>
                <a:lnTo>
                  <a:pt x="10219969" y="2495149"/>
                </a:lnTo>
                <a:lnTo>
                  <a:pt x="10219261" y="2498706"/>
                </a:lnTo>
                <a:lnTo>
                  <a:pt x="10218553" y="2502264"/>
                </a:lnTo>
                <a:lnTo>
                  <a:pt x="10211012" y="2518621"/>
                </a:lnTo>
                <a:lnTo>
                  <a:pt x="10208997" y="2521637"/>
                </a:lnTo>
                <a:lnTo>
                  <a:pt x="10195769" y="2533863"/>
                </a:lnTo>
                <a:lnTo>
                  <a:pt x="10192754" y="2535878"/>
                </a:lnTo>
                <a:lnTo>
                  <a:pt x="10189571" y="2537580"/>
                </a:lnTo>
                <a:lnTo>
                  <a:pt x="10186219" y="2538968"/>
                </a:lnTo>
                <a:lnTo>
                  <a:pt x="10182868" y="2540356"/>
                </a:lnTo>
                <a:lnTo>
                  <a:pt x="10165078" y="2543174"/>
                </a:lnTo>
                <a:lnTo>
                  <a:pt x="55245" y="2543174"/>
                </a:lnTo>
                <a:lnTo>
                  <a:pt x="34103" y="2538968"/>
                </a:lnTo>
                <a:lnTo>
                  <a:pt x="30752" y="2537580"/>
                </a:lnTo>
                <a:lnTo>
                  <a:pt x="27568" y="2535878"/>
                </a:lnTo>
                <a:lnTo>
                  <a:pt x="24552" y="2533863"/>
                </a:lnTo>
                <a:lnTo>
                  <a:pt x="21536" y="2531848"/>
                </a:lnTo>
                <a:lnTo>
                  <a:pt x="9310" y="2518621"/>
                </a:lnTo>
                <a:lnTo>
                  <a:pt x="7295" y="2515606"/>
                </a:lnTo>
                <a:lnTo>
                  <a:pt x="5593" y="2512422"/>
                </a:lnTo>
                <a:lnTo>
                  <a:pt x="4205" y="2509070"/>
                </a:lnTo>
                <a:lnTo>
                  <a:pt x="2817" y="2505718"/>
                </a:lnTo>
                <a:lnTo>
                  <a:pt x="1769" y="2502264"/>
                </a:lnTo>
                <a:lnTo>
                  <a:pt x="1061" y="2498706"/>
                </a:lnTo>
                <a:lnTo>
                  <a:pt x="353" y="2495149"/>
                </a:lnTo>
                <a:lnTo>
                  <a:pt x="0" y="2491557"/>
                </a:lnTo>
                <a:lnTo>
                  <a:pt x="0" y="2487929"/>
                </a:lnTo>
                <a:close/>
              </a:path>
            </a:pathLst>
          </a:custGeom>
          <a:ln w="9524">
            <a:solidFill>
              <a:srgbClr val="B3B0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34174" y="2628899"/>
            <a:ext cx="4086225" cy="504825"/>
          </a:xfrm>
          <a:custGeom>
            <a:avLst/>
            <a:gdLst/>
            <a:ahLst/>
            <a:cxnLst/>
            <a:rect l="l" t="t" r="r" b="b"/>
            <a:pathLst>
              <a:path w="4086225" h="504825">
                <a:moveTo>
                  <a:pt x="4086224" y="504824"/>
                </a:moveTo>
                <a:lnTo>
                  <a:pt x="0" y="504824"/>
                </a:lnTo>
                <a:lnTo>
                  <a:pt x="0" y="0"/>
                </a:lnTo>
                <a:lnTo>
                  <a:pt x="4030156" y="0"/>
                </a:lnTo>
                <a:lnTo>
                  <a:pt x="4034058" y="384"/>
                </a:lnTo>
                <a:lnTo>
                  <a:pt x="4071432" y="20361"/>
                </a:lnTo>
                <a:lnTo>
                  <a:pt x="4086223" y="56066"/>
                </a:lnTo>
                <a:lnTo>
                  <a:pt x="4086224" y="504824"/>
                </a:lnTo>
                <a:close/>
              </a:path>
            </a:pathLst>
          </a:custGeom>
          <a:solidFill>
            <a:srgbClr val="D4A57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09599" y="2628899"/>
          <a:ext cx="10210800" cy="2377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8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B3B0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526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350" b="1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Generative</a:t>
                      </a:r>
                      <a:r>
                        <a:rPr sz="1350" b="1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b="1" spc="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AI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04775" marB="0">
                    <a:lnB w="9525">
                      <a:solidFill>
                        <a:srgbClr val="B3B0A1"/>
                      </a:solidFill>
                      <a:prstDash val="solid"/>
                    </a:lnB>
                    <a:solidFill>
                      <a:srgbClr val="2E4F8F"/>
                    </a:solidFill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350" b="1" dirty="0">
                          <a:solidFill>
                            <a:srgbClr val="262525"/>
                          </a:solidFill>
                          <a:latin typeface="Trebuchet MS"/>
                          <a:cs typeface="Trebuchet MS"/>
                        </a:rPr>
                        <a:t>Agentic</a:t>
                      </a:r>
                      <a:r>
                        <a:rPr sz="1350" b="1" spc="-20" dirty="0">
                          <a:solidFill>
                            <a:srgbClr val="26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b="1" spc="30" dirty="0">
                          <a:solidFill>
                            <a:srgbClr val="262525"/>
                          </a:solidFill>
                          <a:latin typeface="Trebuchet MS"/>
                          <a:cs typeface="Trebuchet MS"/>
                        </a:rPr>
                        <a:t>AI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04775" marB="0">
                    <a:lnB w="9525">
                      <a:solidFill>
                        <a:srgbClr val="B3B0A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19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350" b="1" dirty="0">
                          <a:solidFill>
                            <a:srgbClr val="3B4E4E"/>
                          </a:solidFill>
                          <a:latin typeface="Trebuchet MS"/>
                          <a:cs typeface="Trebuchet MS"/>
                        </a:rPr>
                        <a:t>Main</a:t>
                      </a:r>
                      <a:r>
                        <a:rPr sz="1350" b="1" spc="10" dirty="0">
                          <a:solidFill>
                            <a:srgbClr val="3B4E4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b="1" spc="-25" dirty="0">
                          <a:solidFill>
                            <a:srgbClr val="3B4E4E"/>
                          </a:solidFill>
                          <a:latin typeface="Trebuchet MS"/>
                          <a:cs typeface="Trebuchet MS"/>
                        </a:rPr>
                        <a:t>Job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B3B0A1"/>
                      </a:solidFill>
                      <a:prstDash val="solid"/>
                    </a:lnT>
                    <a:lnB w="9525">
                      <a:solidFill>
                        <a:srgbClr val="B3B0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526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35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Mainly</a:t>
                      </a:r>
                      <a:r>
                        <a:rPr sz="1350" spc="-6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generates</a:t>
                      </a:r>
                      <a:r>
                        <a:rPr sz="1350" spc="-55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spc="-1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content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B3B0A1"/>
                      </a:solidFill>
                      <a:prstDash val="solid"/>
                    </a:lnT>
                    <a:lnB w="9525">
                      <a:solidFill>
                        <a:srgbClr val="B3B0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350" spc="-2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Works</a:t>
                      </a:r>
                      <a:r>
                        <a:rPr sz="1350" spc="-10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spc="-1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toward</a:t>
                      </a:r>
                      <a:r>
                        <a:rPr sz="1350" spc="-95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spc="-1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sz="1350" spc="-95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spc="-2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goal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B3B0A1"/>
                      </a:solidFill>
                      <a:prstDash val="solid"/>
                    </a:lnT>
                    <a:lnB w="9525">
                      <a:solidFill>
                        <a:srgbClr val="B3B0A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71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350" b="1" dirty="0">
                          <a:solidFill>
                            <a:srgbClr val="3B4E4E"/>
                          </a:solidFill>
                          <a:latin typeface="Trebuchet MS"/>
                          <a:cs typeface="Trebuchet MS"/>
                        </a:rPr>
                        <a:t>How</a:t>
                      </a:r>
                      <a:r>
                        <a:rPr sz="1350" b="1" spc="-100" dirty="0">
                          <a:solidFill>
                            <a:srgbClr val="3B4E4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b="1" dirty="0">
                          <a:solidFill>
                            <a:srgbClr val="3B4E4E"/>
                          </a:solidFill>
                          <a:latin typeface="Trebuchet MS"/>
                          <a:cs typeface="Trebuchet MS"/>
                        </a:rPr>
                        <a:t>it</a:t>
                      </a:r>
                      <a:r>
                        <a:rPr sz="1350" b="1" spc="-95" dirty="0">
                          <a:solidFill>
                            <a:srgbClr val="3B4E4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b="1" spc="-20" dirty="0">
                          <a:solidFill>
                            <a:srgbClr val="3B4E4E"/>
                          </a:solidFill>
                          <a:latin typeface="Trebuchet MS"/>
                          <a:cs typeface="Trebuchet MS"/>
                        </a:rPr>
                        <a:t>Works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B3B0A1"/>
                      </a:solidFill>
                      <a:prstDash val="solid"/>
                    </a:lnT>
                    <a:lnB w="9525">
                      <a:solidFill>
                        <a:srgbClr val="B3B0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526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35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Usually</a:t>
                      </a:r>
                      <a:r>
                        <a:rPr sz="1350" spc="-45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responds</a:t>
                      </a:r>
                      <a:r>
                        <a:rPr sz="1350" spc="-45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sz="1350" spc="-4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spc="-1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prompts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B3B0A1"/>
                      </a:solidFill>
                      <a:prstDash val="solid"/>
                    </a:lnT>
                    <a:lnB w="9525">
                      <a:solidFill>
                        <a:srgbClr val="B3B0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35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Can</a:t>
                      </a:r>
                      <a:r>
                        <a:rPr sz="1350" spc="-35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perform</a:t>
                      </a:r>
                      <a:r>
                        <a:rPr sz="1350" spc="-3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multiple</a:t>
                      </a:r>
                      <a:r>
                        <a:rPr sz="1350" spc="-3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spc="-2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steps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B3B0A1"/>
                      </a:solidFill>
                      <a:prstDash val="solid"/>
                    </a:lnT>
                    <a:lnB w="9525">
                      <a:solidFill>
                        <a:srgbClr val="B3B0A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19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350" b="1" spc="-10" dirty="0">
                          <a:solidFill>
                            <a:srgbClr val="3B4E4E"/>
                          </a:solidFill>
                          <a:latin typeface="Trebuchet MS"/>
                          <a:cs typeface="Trebuchet MS"/>
                        </a:rPr>
                        <a:t>Output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B3B0A1"/>
                      </a:solidFill>
                      <a:prstDash val="solid"/>
                    </a:lnT>
                    <a:lnB w="9525">
                      <a:solidFill>
                        <a:srgbClr val="B3B0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526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35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Produces</a:t>
                      </a:r>
                      <a:r>
                        <a:rPr sz="1350" spc="-45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an</a:t>
                      </a:r>
                      <a:r>
                        <a:rPr sz="1350" spc="-45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spc="-1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answer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B3B0A1"/>
                      </a:solidFill>
                      <a:prstDash val="solid"/>
                    </a:lnT>
                    <a:lnB w="9525">
                      <a:solidFill>
                        <a:srgbClr val="B3B0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35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Can</a:t>
                      </a:r>
                      <a:r>
                        <a:rPr sz="1350" spc="-9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take</a:t>
                      </a:r>
                      <a:r>
                        <a:rPr sz="1350" spc="-9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real</a:t>
                      </a:r>
                      <a:r>
                        <a:rPr sz="1350" spc="-85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spc="-1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actions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B3B0A1"/>
                      </a:solidFill>
                      <a:prstDash val="solid"/>
                    </a:lnT>
                    <a:lnB w="9525">
                      <a:solidFill>
                        <a:srgbClr val="B3B0A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350" b="1" spc="-10" dirty="0">
                          <a:solidFill>
                            <a:srgbClr val="3B4E4E"/>
                          </a:solidFill>
                          <a:latin typeface="Trebuchet MS"/>
                          <a:cs typeface="Trebuchet MS"/>
                        </a:rPr>
                        <a:t>Example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B3B0A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526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350" spc="-1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Writing</a:t>
                      </a:r>
                      <a:r>
                        <a:rPr sz="1350" spc="-10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an</a:t>
                      </a:r>
                      <a:r>
                        <a:rPr sz="1350" spc="-10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spc="-2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email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B3B0A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35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Managing</a:t>
                      </a:r>
                      <a:r>
                        <a:rPr sz="1350" spc="-6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spc="-1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sz="1350" spc="-55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complete</a:t>
                      </a:r>
                      <a:r>
                        <a:rPr sz="1350" spc="-55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spc="-10" dirty="0">
                          <a:solidFill>
                            <a:srgbClr val="3B4E4E"/>
                          </a:solidFill>
                          <a:latin typeface="Tahoma"/>
                          <a:cs typeface="Tahoma"/>
                        </a:rPr>
                        <a:t>workflow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B3B0A1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581900"/>
          </a:xfrm>
          <a:custGeom>
            <a:avLst/>
            <a:gdLst/>
            <a:ahLst/>
            <a:cxnLst/>
            <a:rect l="l" t="t" r="r" b="b"/>
            <a:pathLst>
              <a:path w="11430000" h="7581900">
                <a:moveTo>
                  <a:pt x="11429999" y="7581899"/>
                </a:moveTo>
                <a:lnTo>
                  <a:pt x="0" y="7581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7581899"/>
                </a:lnTo>
                <a:close/>
              </a:path>
            </a:pathLst>
          </a:custGeom>
          <a:solidFill>
            <a:srgbClr val="FFFD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7374" y="444500"/>
            <a:ext cx="594169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b="0" spc="-105" dirty="0">
                <a:latin typeface="SimSun-ExtB"/>
                <a:cs typeface="SimSun-ExtB"/>
              </a:rPr>
              <a:t>AI Agents</a:t>
            </a:r>
            <a:endParaRPr b="0" spc="-105" dirty="0">
              <a:latin typeface="SimSun-ExtB"/>
              <a:cs typeface="SimSun-ExtB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374" y="1339850"/>
            <a:ext cx="348361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An</a:t>
            </a:r>
            <a:r>
              <a:rPr sz="1350" spc="-13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AI</a:t>
            </a:r>
            <a:r>
              <a:rPr sz="1350" spc="-5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agent</a:t>
            </a:r>
            <a:r>
              <a:rPr sz="1350" spc="-5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needs</a:t>
            </a:r>
            <a:r>
              <a:rPr sz="1350" spc="-5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these</a:t>
            </a:r>
            <a:r>
              <a:rPr sz="1350" spc="-6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components</a:t>
            </a:r>
            <a:r>
              <a:rPr sz="1350" spc="-5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to</a:t>
            </a:r>
            <a:r>
              <a:rPr sz="1350" spc="-5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work: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2009774"/>
            <a:ext cx="4905374" cy="49053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130478" y="2611437"/>
            <a:ext cx="1745614" cy="9601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55" dirty="0">
                <a:solidFill>
                  <a:srgbClr val="3B4E4E"/>
                </a:solidFill>
                <a:latin typeface="Arial"/>
                <a:cs typeface="Arial"/>
              </a:rPr>
              <a:t>Goal</a:t>
            </a:r>
            <a:endParaRPr sz="1650">
              <a:latin typeface="Arial"/>
              <a:cs typeface="Arial"/>
            </a:endParaRPr>
          </a:p>
          <a:p>
            <a:pPr marL="12700" marR="5080">
              <a:lnSpc>
                <a:spcPct val="134300"/>
              </a:lnSpc>
              <a:spcBef>
                <a:spcPts val="990"/>
              </a:spcBef>
            </a:pPr>
            <a:r>
              <a:rPr sz="1350" spc="-25" dirty="0">
                <a:solidFill>
                  <a:srgbClr val="3B4E4E"/>
                </a:solidFill>
                <a:latin typeface="Tahoma"/>
                <a:cs typeface="Tahoma"/>
              </a:rPr>
              <a:t>What</a:t>
            </a:r>
            <a:r>
              <a:rPr sz="1350" spc="-6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the</a:t>
            </a:r>
            <a:r>
              <a:rPr sz="1350" spc="-13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AI</a:t>
            </a:r>
            <a:r>
              <a:rPr sz="1350" spc="-6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is</a:t>
            </a:r>
            <a:r>
              <a:rPr sz="1350" spc="-6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trying</a:t>
            </a:r>
            <a:r>
              <a:rPr sz="1350" spc="-6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3B4E4E"/>
                </a:solidFill>
                <a:latin typeface="Tahoma"/>
                <a:cs typeface="Tahoma"/>
              </a:rPr>
              <a:t>to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achieve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90471" y="2611437"/>
            <a:ext cx="2108835" cy="9601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45" dirty="0">
                <a:solidFill>
                  <a:srgbClr val="3B4E4E"/>
                </a:solidFill>
                <a:latin typeface="Arial"/>
                <a:cs typeface="Arial"/>
              </a:rPr>
              <a:t>Reasoniną</a:t>
            </a:r>
            <a:endParaRPr sz="1650">
              <a:latin typeface="Arial"/>
              <a:cs typeface="Arial"/>
            </a:endParaRPr>
          </a:p>
          <a:p>
            <a:pPr marL="12700" marR="5080">
              <a:lnSpc>
                <a:spcPct val="134300"/>
              </a:lnSpc>
              <a:spcBef>
                <a:spcPts val="990"/>
              </a:spcBef>
            </a:pPr>
            <a:r>
              <a:rPr sz="1350" spc="-20" dirty="0">
                <a:solidFill>
                  <a:srgbClr val="3B4E4E"/>
                </a:solidFill>
                <a:latin typeface="Tahoma"/>
                <a:cs typeface="Tahoma"/>
              </a:rPr>
              <a:t>How</a:t>
            </a:r>
            <a:r>
              <a:rPr sz="135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the</a:t>
            </a:r>
            <a:r>
              <a:rPr sz="1350" spc="-14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AI</a:t>
            </a:r>
            <a:r>
              <a:rPr sz="135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thinks</a:t>
            </a:r>
            <a:r>
              <a:rPr sz="135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about</a:t>
            </a:r>
            <a:r>
              <a:rPr sz="1350" spc="-7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3B4E4E"/>
                </a:solidFill>
                <a:latin typeface="Tahoma"/>
                <a:cs typeface="Tahoma"/>
              </a:rPr>
              <a:t>the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problem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30478" y="3944937"/>
            <a:ext cx="2139950" cy="683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35" dirty="0" err="1">
                <a:solidFill>
                  <a:srgbClr val="3B4E4E"/>
                </a:solidFill>
                <a:latin typeface="Arial"/>
                <a:cs typeface="Arial"/>
              </a:rPr>
              <a:t>Plannin</a:t>
            </a:r>
            <a:r>
              <a:rPr lang="en-IN" sz="1650" b="1" spc="135" dirty="0">
                <a:solidFill>
                  <a:srgbClr val="3B4E4E"/>
                </a:solidFill>
                <a:latin typeface="Arial"/>
                <a:cs typeface="Arial"/>
              </a:rPr>
              <a:t>g</a:t>
            </a:r>
            <a:endParaRPr sz="16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Breaking</a:t>
            </a:r>
            <a:r>
              <a:rPr sz="1350" spc="-5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the</a:t>
            </a:r>
            <a:r>
              <a:rPr sz="1350" spc="-5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goal</a:t>
            </a:r>
            <a:r>
              <a:rPr sz="1350" spc="-5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into</a:t>
            </a:r>
            <a:r>
              <a:rPr sz="1350" spc="-5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3B4E4E"/>
                </a:solidFill>
                <a:latin typeface="Tahoma"/>
                <a:cs typeface="Tahoma"/>
              </a:rPr>
              <a:t>steps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90471" y="3944937"/>
            <a:ext cx="1513205" cy="9601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240" dirty="0">
                <a:solidFill>
                  <a:srgbClr val="3B4E4E"/>
                </a:solidFill>
                <a:latin typeface="Arial"/>
                <a:cs typeface="Arial"/>
              </a:rPr>
              <a:t>Memory</a:t>
            </a:r>
            <a:endParaRPr sz="1650">
              <a:latin typeface="Arial"/>
              <a:cs typeface="Arial"/>
            </a:endParaRPr>
          </a:p>
          <a:p>
            <a:pPr marL="12700" marR="5080">
              <a:lnSpc>
                <a:spcPct val="134300"/>
              </a:lnSpc>
              <a:spcBef>
                <a:spcPts val="990"/>
              </a:spcBef>
            </a:pP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Remembering</a:t>
            </a:r>
            <a:r>
              <a:rPr sz="1350" spc="2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3B4E4E"/>
                </a:solidFill>
                <a:latin typeface="Tahoma"/>
                <a:cs typeface="Tahoma"/>
              </a:rPr>
              <a:t>what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happened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before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30478" y="5278437"/>
            <a:ext cx="2139315" cy="683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75" dirty="0">
                <a:solidFill>
                  <a:srgbClr val="3B4E4E"/>
                </a:solidFill>
                <a:latin typeface="Arial"/>
                <a:cs typeface="Arial"/>
              </a:rPr>
              <a:t>Tools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Search,</a:t>
            </a:r>
            <a:r>
              <a:rPr sz="1350" spc="-6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calculator,</a:t>
            </a:r>
            <a:r>
              <a:rPr sz="1350" spc="-6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database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90471" y="5278437"/>
            <a:ext cx="2091055" cy="9505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215" dirty="0">
                <a:solidFill>
                  <a:srgbClr val="3B4E4E"/>
                </a:solidFill>
                <a:latin typeface="Arial"/>
                <a:cs typeface="Arial"/>
              </a:rPr>
              <a:t>Feedback</a:t>
            </a:r>
            <a:endParaRPr sz="1650">
              <a:latin typeface="Arial"/>
              <a:cs typeface="Arial"/>
            </a:endParaRPr>
          </a:p>
          <a:p>
            <a:pPr marL="12700" marR="5080">
              <a:lnSpc>
                <a:spcPct val="129600"/>
              </a:lnSpc>
              <a:spcBef>
                <a:spcPts val="1065"/>
              </a:spcBef>
            </a:pPr>
            <a:r>
              <a:rPr sz="1350" spc="-20" dirty="0">
                <a:solidFill>
                  <a:srgbClr val="3B4E4E"/>
                </a:solidFill>
                <a:latin typeface="Tahoma"/>
                <a:cs typeface="Tahoma"/>
              </a:rPr>
              <a:t>Information</a:t>
            </a:r>
            <a:r>
              <a:rPr sz="1350" spc="-6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on</a:t>
            </a:r>
            <a:r>
              <a:rPr sz="1350" spc="-6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whether</a:t>
            </a:r>
            <a:r>
              <a:rPr sz="1350" spc="-6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3B4E4E"/>
                </a:solidFill>
                <a:latin typeface="Tahoma"/>
                <a:cs typeface="Tahoma"/>
              </a:rPr>
              <a:t>the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plan</a:t>
            </a:r>
            <a:r>
              <a:rPr sz="1350" spc="-7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is</a:t>
            </a:r>
            <a:r>
              <a:rPr sz="1350" spc="-6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working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915024" y="2619374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099" y="1028699"/>
                </a:moveTo>
                <a:lnTo>
                  <a:pt x="0" y="1028699"/>
                </a:lnTo>
                <a:lnTo>
                  <a:pt x="0" y="0"/>
                </a:lnTo>
                <a:lnTo>
                  <a:pt x="38099" y="0"/>
                </a:lnTo>
                <a:lnTo>
                  <a:pt x="38099" y="1028699"/>
                </a:lnTo>
                <a:close/>
              </a:path>
            </a:pathLst>
          </a:custGeom>
          <a:solidFill>
            <a:srgbClr val="2144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477249" y="2619374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099" y="1028699"/>
                </a:moveTo>
                <a:lnTo>
                  <a:pt x="0" y="1028699"/>
                </a:lnTo>
                <a:lnTo>
                  <a:pt x="0" y="0"/>
                </a:lnTo>
                <a:lnTo>
                  <a:pt x="38099" y="0"/>
                </a:lnTo>
                <a:lnTo>
                  <a:pt x="38099" y="1028699"/>
                </a:lnTo>
                <a:close/>
              </a:path>
            </a:pathLst>
          </a:custGeom>
          <a:solidFill>
            <a:srgbClr val="2144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15024" y="3952874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099" y="1028699"/>
                </a:moveTo>
                <a:lnTo>
                  <a:pt x="0" y="1028699"/>
                </a:lnTo>
                <a:lnTo>
                  <a:pt x="0" y="0"/>
                </a:lnTo>
                <a:lnTo>
                  <a:pt x="38099" y="0"/>
                </a:lnTo>
                <a:lnTo>
                  <a:pt x="38099" y="1028699"/>
                </a:lnTo>
                <a:close/>
              </a:path>
            </a:pathLst>
          </a:custGeom>
          <a:solidFill>
            <a:srgbClr val="2144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477249" y="3952874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099" y="1028699"/>
                </a:moveTo>
                <a:lnTo>
                  <a:pt x="0" y="1028699"/>
                </a:lnTo>
                <a:lnTo>
                  <a:pt x="0" y="0"/>
                </a:lnTo>
                <a:lnTo>
                  <a:pt x="38099" y="0"/>
                </a:lnTo>
                <a:lnTo>
                  <a:pt x="38099" y="1028699"/>
                </a:lnTo>
                <a:close/>
              </a:path>
            </a:pathLst>
          </a:custGeom>
          <a:solidFill>
            <a:srgbClr val="2144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15024" y="5286374"/>
            <a:ext cx="38100" cy="1019175"/>
          </a:xfrm>
          <a:custGeom>
            <a:avLst/>
            <a:gdLst/>
            <a:ahLst/>
            <a:cxnLst/>
            <a:rect l="l" t="t" r="r" b="b"/>
            <a:pathLst>
              <a:path w="38100" h="1019175">
                <a:moveTo>
                  <a:pt x="38099" y="1019174"/>
                </a:moveTo>
                <a:lnTo>
                  <a:pt x="0" y="1019174"/>
                </a:lnTo>
                <a:lnTo>
                  <a:pt x="0" y="0"/>
                </a:lnTo>
                <a:lnTo>
                  <a:pt x="38099" y="0"/>
                </a:lnTo>
                <a:lnTo>
                  <a:pt x="38099" y="1019174"/>
                </a:lnTo>
                <a:close/>
              </a:path>
            </a:pathLst>
          </a:custGeom>
          <a:solidFill>
            <a:srgbClr val="2144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477249" y="5286374"/>
            <a:ext cx="38100" cy="1019175"/>
          </a:xfrm>
          <a:custGeom>
            <a:avLst/>
            <a:gdLst/>
            <a:ahLst/>
            <a:cxnLst/>
            <a:rect l="l" t="t" r="r" b="b"/>
            <a:pathLst>
              <a:path w="38100" h="1019175">
                <a:moveTo>
                  <a:pt x="38099" y="1019174"/>
                </a:moveTo>
                <a:lnTo>
                  <a:pt x="0" y="1019174"/>
                </a:lnTo>
                <a:lnTo>
                  <a:pt x="0" y="0"/>
                </a:lnTo>
                <a:lnTo>
                  <a:pt x="38099" y="0"/>
                </a:lnTo>
                <a:lnTo>
                  <a:pt x="38099" y="1019174"/>
                </a:lnTo>
                <a:close/>
              </a:path>
            </a:pathLst>
          </a:custGeom>
          <a:solidFill>
            <a:srgbClr val="21443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848725"/>
          </a:xfrm>
          <a:custGeom>
            <a:avLst/>
            <a:gdLst/>
            <a:ahLst/>
            <a:cxnLst/>
            <a:rect l="l" t="t" r="r" b="b"/>
            <a:pathLst>
              <a:path w="11430000" h="8848725">
                <a:moveTo>
                  <a:pt x="11429999" y="8848724"/>
                </a:moveTo>
                <a:lnTo>
                  <a:pt x="0" y="8848724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8848724"/>
                </a:lnTo>
                <a:close/>
              </a:path>
            </a:pathLst>
          </a:custGeom>
          <a:solidFill>
            <a:srgbClr val="FFFD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7374" y="444500"/>
            <a:ext cx="7413625" cy="53155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470" dirty="0">
                <a:latin typeface="Arial"/>
                <a:cs typeface="Arial"/>
              </a:rPr>
              <a:t>Where</a:t>
            </a:r>
            <a:r>
              <a:rPr spc="-114" dirty="0">
                <a:latin typeface="Arial"/>
                <a:cs typeface="Arial"/>
              </a:rPr>
              <a:t> </a:t>
            </a:r>
            <a:r>
              <a:rPr spc="470" dirty="0">
                <a:latin typeface="Arial"/>
                <a:cs typeface="Arial"/>
              </a:rPr>
              <a:t>Can</a:t>
            </a:r>
            <a:r>
              <a:rPr spc="-110" dirty="0">
                <a:latin typeface="Arial"/>
                <a:cs typeface="Arial"/>
              </a:rPr>
              <a:t> </a:t>
            </a:r>
            <a:r>
              <a:rPr spc="690" dirty="0">
                <a:latin typeface="Arial"/>
                <a:cs typeface="Arial"/>
              </a:rPr>
              <a:t>We</a:t>
            </a:r>
            <a:r>
              <a:rPr spc="-110" dirty="0">
                <a:latin typeface="Arial"/>
                <a:cs typeface="Arial"/>
              </a:rPr>
              <a:t> </a:t>
            </a:r>
            <a:r>
              <a:rPr spc="325" dirty="0">
                <a:latin typeface="Arial"/>
                <a:cs typeface="Arial"/>
              </a:rPr>
              <a:t>Use</a:t>
            </a:r>
            <a:r>
              <a:rPr spc="-110" dirty="0">
                <a:latin typeface="Arial"/>
                <a:cs typeface="Arial"/>
              </a:rPr>
              <a:t> </a:t>
            </a:r>
            <a:r>
              <a:rPr spc="285" dirty="0">
                <a:latin typeface="Arial"/>
                <a:cs typeface="Arial"/>
              </a:rPr>
              <a:t>A</a:t>
            </a:r>
            <a:r>
              <a:rPr lang="en-IN" spc="285" dirty="0">
                <a:latin typeface="Arial"/>
                <a:cs typeface="Arial"/>
              </a:rPr>
              <a:t>g</a:t>
            </a:r>
            <a:r>
              <a:rPr spc="285" dirty="0" err="1">
                <a:latin typeface="Arial"/>
                <a:cs typeface="Arial"/>
              </a:rPr>
              <a:t>entic</a:t>
            </a:r>
            <a:r>
              <a:rPr spc="-110" dirty="0">
                <a:latin typeface="Arial"/>
                <a:cs typeface="Arial"/>
              </a:rPr>
              <a:t> </a:t>
            </a:r>
            <a:r>
              <a:rPr spc="120" dirty="0">
                <a:latin typeface="Arial"/>
                <a:cs typeface="Arial"/>
              </a:rPr>
              <a:t>AI?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00074" y="1352549"/>
            <a:ext cx="10229850" cy="1028700"/>
            <a:chOff x="600074" y="1352549"/>
            <a:chExt cx="10229850" cy="1028700"/>
          </a:xfrm>
        </p:grpSpPr>
        <p:sp>
          <p:nvSpPr>
            <p:cNvPr id="5" name="object 5"/>
            <p:cNvSpPr/>
            <p:nvPr/>
          </p:nvSpPr>
          <p:spPr>
            <a:xfrm>
              <a:off x="609599" y="1362075"/>
              <a:ext cx="10210800" cy="1009650"/>
            </a:xfrm>
            <a:custGeom>
              <a:avLst/>
              <a:gdLst/>
              <a:ahLst/>
              <a:cxnLst/>
              <a:rect l="l" t="t" r="r" b="b"/>
              <a:pathLst>
                <a:path w="10210800" h="1009650">
                  <a:moveTo>
                    <a:pt x="10163631" y="1009649"/>
                  </a:moveTo>
                  <a:lnTo>
                    <a:pt x="47167" y="1009649"/>
                  </a:lnTo>
                  <a:lnTo>
                    <a:pt x="43884" y="1009326"/>
                  </a:lnTo>
                  <a:lnTo>
                    <a:pt x="10349" y="989969"/>
                  </a:lnTo>
                  <a:lnTo>
                    <a:pt x="0" y="962481"/>
                  </a:lnTo>
                  <a:lnTo>
                    <a:pt x="0" y="959167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10163631" y="0"/>
                  </a:lnTo>
                  <a:lnTo>
                    <a:pt x="10198355" y="17129"/>
                  </a:lnTo>
                  <a:lnTo>
                    <a:pt x="10210798" y="47167"/>
                  </a:lnTo>
                  <a:lnTo>
                    <a:pt x="10210798" y="962481"/>
                  </a:lnTo>
                  <a:lnTo>
                    <a:pt x="10193670" y="997207"/>
                  </a:lnTo>
                  <a:lnTo>
                    <a:pt x="10166913" y="1009326"/>
                  </a:lnTo>
                  <a:lnTo>
                    <a:pt x="10163631" y="1009649"/>
                  </a:lnTo>
                  <a:close/>
                </a:path>
              </a:pathLst>
            </a:custGeom>
            <a:solidFill>
              <a:srgbClr val="FFF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9599" y="1362074"/>
              <a:ext cx="10210800" cy="1009650"/>
            </a:xfrm>
            <a:custGeom>
              <a:avLst/>
              <a:gdLst/>
              <a:ahLst/>
              <a:cxnLst/>
              <a:rect l="l" t="t" r="r" b="b"/>
              <a:pathLst>
                <a:path w="10210800" h="1009650">
                  <a:moveTo>
                    <a:pt x="0" y="959167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8507" y="22435"/>
                  </a:lnTo>
                  <a:lnTo>
                    <a:pt x="10349" y="19679"/>
                  </a:lnTo>
                  <a:lnTo>
                    <a:pt x="40633" y="969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10160316" y="0"/>
                  </a:lnTo>
                  <a:lnTo>
                    <a:pt x="10196012" y="14785"/>
                  </a:lnTo>
                  <a:lnTo>
                    <a:pt x="10202289" y="22435"/>
                  </a:lnTo>
                  <a:lnTo>
                    <a:pt x="10204132" y="25191"/>
                  </a:lnTo>
                  <a:lnTo>
                    <a:pt x="10209828" y="40633"/>
                  </a:lnTo>
                  <a:lnTo>
                    <a:pt x="10210474" y="43884"/>
                  </a:lnTo>
                  <a:lnTo>
                    <a:pt x="10210798" y="47167"/>
                  </a:lnTo>
                  <a:lnTo>
                    <a:pt x="10210799" y="50482"/>
                  </a:lnTo>
                  <a:lnTo>
                    <a:pt x="10210799" y="959167"/>
                  </a:lnTo>
                  <a:lnTo>
                    <a:pt x="10196012" y="994863"/>
                  </a:lnTo>
                  <a:lnTo>
                    <a:pt x="10193670" y="997207"/>
                  </a:lnTo>
                  <a:lnTo>
                    <a:pt x="10179633" y="1005806"/>
                  </a:lnTo>
                  <a:lnTo>
                    <a:pt x="10176572" y="1007075"/>
                  </a:lnTo>
                  <a:lnTo>
                    <a:pt x="10173415" y="1008033"/>
                  </a:lnTo>
                  <a:lnTo>
                    <a:pt x="10170163" y="1008679"/>
                  </a:lnTo>
                  <a:lnTo>
                    <a:pt x="10166913" y="1009326"/>
                  </a:lnTo>
                  <a:lnTo>
                    <a:pt x="10163631" y="1009649"/>
                  </a:lnTo>
                  <a:lnTo>
                    <a:pt x="10160316" y="1009649"/>
                  </a:lnTo>
                  <a:lnTo>
                    <a:pt x="50482" y="1009649"/>
                  </a:lnTo>
                  <a:lnTo>
                    <a:pt x="31163" y="1005806"/>
                  </a:lnTo>
                  <a:lnTo>
                    <a:pt x="28101" y="1004538"/>
                  </a:lnTo>
                  <a:lnTo>
                    <a:pt x="8507" y="987213"/>
                  </a:lnTo>
                  <a:lnTo>
                    <a:pt x="6666" y="984457"/>
                  </a:lnTo>
                  <a:lnTo>
                    <a:pt x="969" y="969015"/>
                  </a:lnTo>
                  <a:lnTo>
                    <a:pt x="323" y="965764"/>
                  </a:lnTo>
                  <a:lnTo>
                    <a:pt x="0" y="962482"/>
                  </a:lnTo>
                  <a:lnTo>
                    <a:pt x="0" y="959167"/>
                  </a:lnTo>
                  <a:close/>
                </a:path>
              </a:pathLst>
            </a:custGeom>
            <a:ln w="19049">
              <a:solidFill>
                <a:srgbClr val="C2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9124" y="1371599"/>
              <a:ext cx="681355" cy="990600"/>
            </a:xfrm>
            <a:custGeom>
              <a:avLst/>
              <a:gdLst/>
              <a:ahLst/>
              <a:cxnLst/>
              <a:rect l="l" t="t" r="r" b="b"/>
              <a:pathLst>
                <a:path w="681355" h="990600">
                  <a:moveTo>
                    <a:pt x="681037" y="990599"/>
                  </a:moveTo>
                  <a:lnTo>
                    <a:pt x="35526" y="990599"/>
                  </a:lnTo>
                  <a:lnTo>
                    <a:pt x="1039" y="960298"/>
                  </a:lnTo>
                  <a:lnTo>
                    <a:pt x="0" y="955073"/>
                  </a:lnTo>
                  <a:lnTo>
                    <a:pt x="0" y="949642"/>
                  </a:lnTo>
                  <a:lnTo>
                    <a:pt x="0" y="35526"/>
                  </a:lnTo>
                  <a:lnTo>
                    <a:pt x="30301" y="1039"/>
                  </a:lnTo>
                  <a:lnTo>
                    <a:pt x="35526" y="0"/>
                  </a:lnTo>
                  <a:lnTo>
                    <a:pt x="681037" y="0"/>
                  </a:lnTo>
                  <a:lnTo>
                    <a:pt x="681037" y="990599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95399" y="1371599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9524" y="990599"/>
                  </a:moveTo>
                  <a:lnTo>
                    <a:pt x="0" y="99059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990599"/>
                  </a:lnTo>
                  <a:close/>
                </a:path>
              </a:pathLst>
            </a:custGeom>
            <a:solidFill>
              <a:srgbClr val="C2D4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8674" y="1766562"/>
              <a:ext cx="257175" cy="191770"/>
            </a:xfrm>
            <a:custGeom>
              <a:avLst/>
              <a:gdLst/>
              <a:ahLst/>
              <a:cxnLst/>
              <a:rect l="l" t="t" r="r" b="b"/>
              <a:pathLst>
                <a:path w="257175" h="191769">
                  <a:moveTo>
                    <a:pt x="87356" y="191150"/>
                  </a:moveTo>
                  <a:lnTo>
                    <a:pt x="166572" y="0"/>
                  </a:lnTo>
                </a:path>
                <a:path w="257175" h="191769">
                  <a:moveTo>
                    <a:pt x="64996" y="29996"/>
                  </a:moveTo>
                  <a:lnTo>
                    <a:pt x="0" y="95403"/>
                  </a:lnTo>
                </a:path>
                <a:path w="257175" h="191769">
                  <a:moveTo>
                    <a:pt x="65225" y="160600"/>
                  </a:moveTo>
                  <a:lnTo>
                    <a:pt x="0" y="95403"/>
                  </a:lnTo>
                </a:path>
                <a:path w="257175" h="191769">
                  <a:moveTo>
                    <a:pt x="193115" y="29228"/>
                  </a:moveTo>
                  <a:lnTo>
                    <a:pt x="257174" y="94577"/>
                  </a:lnTo>
                </a:path>
                <a:path w="257175" h="191769">
                  <a:moveTo>
                    <a:pt x="192680" y="161422"/>
                  </a:moveTo>
                  <a:lnTo>
                    <a:pt x="257174" y="94577"/>
                  </a:lnTo>
                </a:path>
              </a:pathLst>
            </a:custGeom>
            <a:ln w="11390">
              <a:solidFill>
                <a:srgbClr val="3B4E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463674" y="1516062"/>
            <a:ext cx="3278504" cy="6172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85" dirty="0">
                <a:solidFill>
                  <a:srgbClr val="3B4E4E"/>
                </a:solidFill>
                <a:latin typeface="Arial"/>
                <a:cs typeface="Arial"/>
              </a:rPr>
              <a:t>Software</a:t>
            </a:r>
            <a:r>
              <a:rPr sz="1650" b="1" spc="-35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sz="1650" b="1" spc="185" dirty="0">
                <a:solidFill>
                  <a:srgbClr val="3B4E4E"/>
                </a:solidFill>
                <a:latin typeface="Arial"/>
                <a:cs typeface="Arial"/>
              </a:rPr>
              <a:t>Development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AI</a:t>
            </a:r>
            <a:r>
              <a:rPr sz="1350" spc="-9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writes</a:t>
            </a:r>
            <a:r>
              <a:rPr sz="1350" spc="-8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code</a:t>
            </a:r>
            <a:r>
              <a:rPr sz="1350" spc="-8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and</a:t>
            </a:r>
            <a:r>
              <a:rPr sz="1350" spc="-9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fixes</a:t>
            </a:r>
            <a:r>
              <a:rPr sz="1350" spc="-8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bugs</a:t>
            </a:r>
            <a:r>
              <a:rPr sz="1350" spc="-8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automatically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00074" y="2552699"/>
            <a:ext cx="10229850" cy="1028700"/>
            <a:chOff x="600074" y="2552699"/>
            <a:chExt cx="10229850" cy="1028700"/>
          </a:xfrm>
        </p:grpSpPr>
        <p:sp>
          <p:nvSpPr>
            <p:cNvPr id="12" name="object 12"/>
            <p:cNvSpPr/>
            <p:nvPr/>
          </p:nvSpPr>
          <p:spPr>
            <a:xfrm>
              <a:off x="609599" y="2562224"/>
              <a:ext cx="10210800" cy="1009650"/>
            </a:xfrm>
            <a:custGeom>
              <a:avLst/>
              <a:gdLst/>
              <a:ahLst/>
              <a:cxnLst/>
              <a:rect l="l" t="t" r="r" b="b"/>
              <a:pathLst>
                <a:path w="10210800" h="1009650">
                  <a:moveTo>
                    <a:pt x="10163631" y="1009649"/>
                  </a:moveTo>
                  <a:lnTo>
                    <a:pt x="47167" y="1009649"/>
                  </a:lnTo>
                  <a:lnTo>
                    <a:pt x="43884" y="1009326"/>
                  </a:lnTo>
                  <a:lnTo>
                    <a:pt x="10349" y="989969"/>
                  </a:lnTo>
                  <a:lnTo>
                    <a:pt x="0" y="962482"/>
                  </a:lnTo>
                  <a:lnTo>
                    <a:pt x="0" y="959167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10163631" y="0"/>
                  </a:lnTo>
                  <a:lnTo>
                    <a:pt x="10198355" y="17129"/>
                  </a:lnTo>
                  <a:lnTo>
                    <a:pt x="10210798" y="47167"/>
                  </a:lnTo>
                  <a:lnTo>
                    <a:pt x="10210798" y="962482"/>
                  </a:lnTo>
                  <a:lnTo>
                    <a:pt x="10193670" y="997207"/>
                  </a:lnTo>
                  <a:lnTo>
                    <a:pt x="10166913" y="1009326"/>
                  </a:lnTo>
                  <a:lnTo>
                    <a:pt x="10163631" y="1009649"/>
                  </a:lnTo>
                  <a:close/>
                </a:path>
              </a:pathLst>
            </a:custGeom>
            <a:solidFill>
              <a:srgbClr val="FFF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599" y="2562224"/>
              <a:ext cx="10210800" cy="1009650"/>
            </a:xfrm>
            <a:custGeom>
              <a:avLst/>
              <a:gdLst/>
              <a:ahLst/>
              <a:cxnLst/>
              <a:rect l="l" t="t" r="r" b="b"/>
              <a:pathLst>
                <a:path w="10210800" h="1009650">
                  <a:moveTo>
                    <a:pt x="0" y="959167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969" y="40633"/>
                  </a:lnTo>
                  <a:lnTo>
                    <a:pt x="1616" y="37382"/>
                  </a:lnTo>
                  <a:lnTo>
                    <a:pt x="2574" y="34225"/>
                  </a:lnTo>
                  <a:lnTo>
                    <a:pt x="3842" y="31163"/>
                  </a:lnTo>
                  <a:lnTo>
                    <a:pt x="5111" y="28100"/>
                  </a:lnTo>
                  <a:lnTo>
                    <a:pt x="14785" y="14785"/>
                  </a:lnTo>
                  <a:lnTo>
                    <a:pt x="17129" y="12441"/>
                  </a:lnTo>
                  <a:lnTo>
                    <a:pt x="31163" y="3842"/>
                  </a:lnTo>
                  <a:lnTo>
                    <a:pt x="34225" y="2573"/>
                  </a:lnTo>
                  <a:lnTo>
                    <a:pt x="37382" y="1616"/>
                  </a:lnTo>
                  <a:lnTo>
                    <a:pt x="40633" y="970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10160316" y="0"/>
                  </a:lnTo>
                  <a:lnTo>
                    <a:pt x="10163631" y="0"/>
                  </a:lnTo>
                  <a:lnTo>
                    <a:pt x="10166913" y="323"/>
                  </a:lnTo>
                  <a:lnTo>
                    <a:pt x="10170164" y="970"/>
                  </a:lnTo>
                  <a:lnTo>
                    <a:pt x="10173415" y="1616"/>
                  </a:lnTo>
                  <a:lnTo>
                    <a:pt x="10196012" y="14785"/>
                  </a:lnTo>
                  <a:lnTo>
                    <a:pt x="10198355" y="17129"/>
                  </a:lnTo>
                  <a:lnTo>
                    <a:pt x="10200448" y="19679"/>
                  </a:lnTo>
                  <a:lnTo>
                    <a:pt x="10202289" y="22435"/>
                  </a:lnTo>
                  <a:lnTo>
                    <a:pt x="10204132" y="25191"/>
                  </a:lnTo>
                  <a:lnTo>
                    <a:pt x="10205686" y="28100"/>
                  </a:lnTo>
                  <a:lnTo>
                    <a:pt x="10206955" y="31163"/>
                  </a:lnTo>
                  <a:lnTo>
                    <a:pt x="10208223" y="34225"/>
                  </a:lnTo>
                  <a:lnTo>
                    <a:pt x="10210799" y="50482"/>
                  </a:lnTo>
                  <a:lnTo>
                    <a:pt x="10210799" y="959167"/>
                  </a:lnTo>
                  <a:lnTo>
                    <a:pt x="10210798" y="962482"/>
                  </a:lnTo>
                  <a:lnTo>
                    <a:pt x="10210474" y="965765"/>
                  </a:lnTo>
                  <a:lnTo>
                    <a:pt x="10209828" y="969015"/>
                  </a:lnTo>
                  <a:lnTo>
                    <a:pt x="10209181" y="972267"/>
                  </a:lnTo>
                  <a:lnTo>
                    <a:pt x="10185606" y="1002983"/>
                  </a:lnTo>
                  <a:lnTo>
                    <a:pt x="10179633" y="1005806"/>
                  </a:lnTo>
                  <a:lnTo>
                    <a:pt x="10176572" y="1007075"/>
                  </a:lnTo>
                  <a:lnTo>
                    <a:pt x="10173415" y="1008032"/>
                  </a:lnTo>
                  <a:lnTo>
                    <a:pt x="10170163" y="1008679"/>
                  </a:lnTo>
                  <a:lnTo>
                    <a:pt x="10166913" y="1009326"/>
                  </a:lnTo>
                  <a:lnTo>
                    <a:pt x="10163631" y="1009649"/>
                  </a:lnTo>
                  <a:lnTo>
                    <a:pt x="10160316" y="1009649"/>
                  </a:lnTo>
                  <a:lnTo>
                    <a:pt x="50482" y="1009649"/>
                  </a:lnTo>
                  <a:lnTo>
                    <a:pt x="47167" y="1009649"/>
                  </a:lnTo>
                  <a:lnTo>
                    <a:pt x="43884" y="1009326"/>
                  </a:lnTo>
                  <a:lnTo>
                    <a:pt x="40633" y="1008679"/>
                  </a:lnTo>
                  <a:lnTo>
                    <a:pt x="37382" y="1008032"/>
                  </a:lnTo>
                  <a:lnTo>
                    <a:pt x="8507" y="987213"/>
                  </a:lnTo>
                  <a:lnTo>
                    <a:pt x="6666" y="984457"/>
                  </a:lnTo>
                  <a:lnTo>
                    <a:pt x="969" y="969015"/>
                  </a:lnTo>
                  <a:lnTo>
                    <a:pt x="323" y="965765"/>
                  </a:lnTo>
                  <a:lnTo>
                    <a:pt x="0" y="962482"/>
                  </a:lnTo>
                  <a:lnTo>
                    <a:pt x="0" y="959167"/>
                  </a:lnTo>
                  <a:close/>
                </a:path>
              </a:pathLst>
            </a:custGeom>
            <a:ln w="19049">
              <a:solidFill>
                <a:srgbClr val="C2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9124" y="2571749"/>
              <a:ext cx="681355" cy="990600"/>
            </a:xfrm>
            <a:custGeom>
              <a:avLst/>
              <a:gdLst/>
              <a:ahLst/>
              <a:cxnLst/>
              <a:rect l="l" t="t" r="r" b="b"/>
              <a:pathLst>
                <a:path w="681355" h="990600">
                  <a:moveTo>
                    <a:pt x="681037" y="990599"/>
                  </a:moveTo>
                  <a:lnTo>
                    <a:pt x="35526" y="990599"/>
                  </a:lnTo>
                  <a:lnTo>
                    <a:pt x="1039" y="960298"/>
                  </a:lnTo>
                  <a:lnTo>
                    <a:pt x="0" y="955073"/>
                  </a:lnTo>
                  <a:lnTo>
                    <a:pt x="0" y="949642"/>
                  </a:lnTo>
                  <a:lnTo>
                    <a:pt x="0" y="35526"/>
                  </a:lnTo>
                  <a:lnTo>
                    <a:pt x="30301" y="1039"/>
                  </a:lnTo>
                  <a:lnTo>
                    <a:pt x="35526" y="0"/>
                  </a:lnTo>
                  <a:lnTo>
                    <a:pt x="681037" y="0"/>
                  </a:lnTo>
                  <a:lnTo>
                    <a:pt x="681037" y="990599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95399" y="2571749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9524" y="990599"/>
                  </a:moveTo>
                  <a:lnTo>
                    <a:pt x="0" y="99059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990599"/>
                  </a:lnTo>
                  <a:close/>
                </a:path>
              </a:pathLst>
            </a:custGeom>
            <a:solidFill>
              <a:srgbClr val="C2D4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7793" y="2928002"/>
              <a:ext cx="258938" cy="26855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463674" y="2716212"/>
            <a:ext cx="3877310" cy="6172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90" dirty="0">
                <a:solidFill>
                  <a:srgbClr val="3B4E4E"/>
                </a:solidFill>
                <a:latin typeface="Arial"/>
                <a:cs typeface="Arial"/>
              </a:rPr>
              <a:t>Customer</a:t>
            </a:r>
            <a:r>
              <a:rPr sz="1650" b="1" spc="-50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sz="1650" b="1" spc="135" dirty="0">
                <a:solidFill>
                  <a:srgbClr val="3B4E4E"/>
                </a:solidFill>
                <a:latin typeface="Arial"/>
                <a:cs typeface="Arial"/>
              </a:rPr>
              <a:t>Support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AI</a:t>
            </a:r>
            <a:r>
              <a:rPr sz="1350" spc="-5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handles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customer</a:t>
            </a:r>
            <a:r>
              <a:rPr sz="1350" spc="-5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problems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without</a:t>
            </a:r>
            <a:r>
              <a:rPr sz="1350" spc="-5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human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3B4E4E"/>
                </a:solidFill>
                <a:latin typeface="Tahoma"/>
                <a:cs typeface="Tahoma"/>
              </a:rPr>
              <a:t>help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00074" y="3752849"/>
            <a:ext cx="10229850" cy="1028700"/>
            <a:chOff x="600074" y="3752849"/>
            <a:chExt cx="10229850" cy="1028700"/>
          </a:xfrm>
        </p:grpSpPr>
        <p:sp>
          <p:nvSpPr>
            <p:cNvPr id="19" name="object 19"/>
            <p:cNvSpPr/>
            <p:nvPr/>
          </p:nvSpPr>
          <p:spPr>
            <a:xfrm>
              <a:off x="609599" y="3762374"/>
              <a:ext cx="10210800" cy="1009650"/>
            </a:xfrm>
            <a:custGeom>
              <a:avLst/>
              <a:gdLst/>
              <a:ahLst/>
              <a:cxnLst/>
              <a:rect l="l" t="t" r="r" b="b"/>
              <a:pathLst>
                <a:path w="10210800" h="1009650">
                  <a:moveTo>
                    <a:pt x="10163631" y="1009649"/>
                  </a:moveTo>
                  <a:lnTo>
                    <a:pt x="47167" y="1009649"/>
                  </a:lnTo>
                  <a:lnTo>
                    <a:pt x="43884" y="1009326"/>
                  </a:lnTo>
                  <a:lnTo>
                    <a:pt x="10349" y="989969"/>
                  </a:lnTo>
                  <a:lnTo>
                    <a:pt x="0" y="962481"/>
                  </a:lnTo>
                  <a:lnTo>
                    <a:pt x="0" y="959167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10163631" y="0"/>
                  </a:lnTo>
                  <a:lnTo>
                    <a:pt x="10198355" y="17129"/>
                  </a:lnTo>
                  <a:lnTo>
                    <a:pt x="10210798" y="47167"/>
                  </a:lnTo>
                  <a:lnTo>
                    <a:pt x="10210798" y="962481"/>
                  </a:lnTo>
                  <a:lnTo>
                    <a:pt x="10193670" y="997207"/>
                  </a:lnTo>
                  <a:lnTo>
                    <a:pt x="10166913" y="1009326"/>
                  </a:lnTo>
                  <a:lnTo>
                    <a:pt x="10163631" y="1009649"/>
                  </a:lnTo>
                  <a:close/>
                </a:path>
              </a:pathLst>
            </a:custGeom>
            <a:solidFill>
              <a:srgbClr val="FFF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9599" y="3762374"/>
              <a:ext cx="10210800" cy="1009650"/>
            </a:xfrm>
            <a:custGeom>
              <a:avLst/>
              <a:gdLst/>
              <a:ahLst/>
              <a:cxnLst/>
              <a:rect l="l" t="t" r="r" b="b"/>
              <a:pathLst>
                <a:path w="10210800" h="1009650">
                  <a:moveTo>
                    <a:pt x="0" y="959167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969" y="40633"/>
                  </a:lnTo>
                  <a:lnTo>
                    <a:pt x="1616" y="37382"/>
                  </a:lnTo>
                  <a:lnTo>
                    <a:pt x="2574" y="34225"/>
                  </a:lnTo>
                  <a:lnTo>
                    <a:pt x="3842" y="31163"/>
                  </a:lnTo>
                  <a:lnTo>
                    <a:pt x="5111" y="28100"/>
                  </a:lnTo>
                  <a:lnTo>
                    <a:pt x="6666" y="25191"/>
                  </a:lnTo>
                  <a:lnTo>
                    <a:pt x="8507" y="22435"/>
                  </a:lnTo>
                  <a:lnTo>
                    <a:pt x="10349" y="19679"/>
                  </a:lnTo>
                  <a:lnTo>
                    <a:pt x="12442" y="17129"/>
                  </a:lnTo>
                  <a:lnTo>
                    <a:pt x="14785" y="14785"/>
                  </a:lnTo>
                  <a:lnTo>
                    <a:pt x="17129" y="12441"/>
                  </a:lnTo>
                  <a:lnTo>
                    <a:pt x="31163" y="3842"/>
                  </a:lnTo>
                  <a:lnTo>
                    <a:pt x="34225" y="2573"/>
                  </a:lnTo>
                  <a:lnTo>
                    <a:pt x="37382" y="1616"/>
                  </a:lnTo>
                  <a:lnTo>
                    <a:pt x="40633" y="969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10160316" y="0"/>
                  </a:lnTo>
                  <a:lnTo>
                    <a:pt x="10163631" y="0"/>
                  </a:lnTo>
                  <a:lnTo>
                    <a:pt x="10166913" y="323"/>
                  </a:lnTo>
                  <a:lnTo>
                    <a:pt x="10196012" y="14785"/>
                  </a:lnTo>
                  <a:lnTo>
                    <a:pt x="10198355" y="17129"/>
                  </a:lnTo>
                  <a:lnTo>
                    <a:pt x="10200448" y="19679"/>
                  </a:lnTo>
                  <a:lnTo>
                    <a:pt x="10202289" y="22435"/>
                  </a:lnTo>
                  <a:lnTo>
                    <a:pt x="10204132" y="25191"/>
                  </a:lnTo>
                  <a:lnTo>
                    <a:pt x="10205686" y="28100"/>
                  </a:lnTo>
                  <a:lnTo>
                    <a:pt x="10206955" y="31163"/>
                  </a:lnTo>
                  <a:lnTo>
                    <a:pt x="10208223" y="34225"/>
                  </a:lnTo>
                  <a:lnTo>
                    <a:pt x="10209181" y="37382"/>
                  </a:lnTo>
                  <a:lnTo>
                    <a:pt x="10209828" y="40633"/>
                  </a:lnTo>
                  <a:lnTo>
                    <a:pt x="10210474" y="43884"/>
                  </a:lnTo>
                  <a:lnTo>
                    <a:pt x="10210798" y="47167"/>
                  </a:lnTo>
                  <a:lnTo>
                    <a:pt x="10210799" y="50482"/>
                  </a:lnTo>
                  <a:lnTo>
                    <a:pt x="10210799" y="959167"/>
                  </a:lnTo>
                  <a:lnTo>
                    <a:pt x="10210798" y="962481"/>
                  </a:lnTo>
                  <a:lnTo>
                    <a:pt x="10210474" y="965764"/>
                  </a:lnTo>
                  <a:lnTo>
                    <a:pt x="10209828" y="969015"/>
                  </a:lnTo>
                  <a:lnTo>
                    <a:pt x="10209181" y="972266"/>
                  </a:lnTo>
                  <a:lnTo>
                    <a:pt x="10202290" y="987213"/>
                  </a:lnTo>
                  <a:lnTo>
                    <a:pt x="10200448" y="989969"/>
                  </a:lnTo>
                  <a:lnTo>
                    <a:pt x="10198355" y="992519"/>
                  </a:lnTo>
                  <a:lnTo>
                    <a:pt x="10196012" y="994863"/>
                  </a:lnTo>
                  <a:lnTo>
                    <a:pt x="10193670" y="997207"/>
                  </a:lnTo>
                  <a:lnTo>
                    <a:pt x="10191120" y="999299"/>
                  </a:lnTo>
                  <a:lnTo>
                    <a:pt x="10188363" y="1001141"/>
                  </a:lnTo>
                  <a:lnTo>
                    <a:pt x="10185606" y="1002982"/>
                  </a:lnTo>
                  <a:lnTo>
                    <a:pt x="10182696" y="1004538"/>
                  </a:lnTo>
                  <a:lnTo>
                    <a:pt x="10179633" y="1005806"/>
                  </a:lnTo>
                  <a:lnTo>
                    <a:pt x="10176572" y="1007075"/>
                  </a:lnTo>
                  <a:lnTo>
                    <a:pt x="10173415" y="1008032"/>
                  </a:lnTo>
                  <a:lnTo>
                    <a:pt x="10170163" y="1008679"/>
                  </a:lnTo>
                  <a:lnTo>
                    <a:pt x="10166913" y="1009326"/>
                  </a:lnTo>
                  <a:lnTo>
                    <a:pt x="10163631" y="1009649"/>
                  </a:lnTo>
                  <a:lnTo>
                    <a:pt x="10160316" y="1009649"/>
                  </a:lnTo>
                  <a:lnTo>
                    <a:pt x="50482" y="1009649"/>
                  </a:lnTo>
                  <a:lnTo>
                    <a:pt x="47167" y="1009649"/>
                  </a:lnTo>
                  <a:lnTo>
                    <a:pt x="43884" y="1009326"/>
                  </a:lnTo>
                  <a:lnTo>
                    <a:pt x="40633" y="1008679"/>
                  </a:lnTo>
                  <a:lnTo>
                    <a:pt x="37382" y="1008032"/>
                  </a:lnTo>
                  <a:lnTo>
                    <a:pt x="14785" y="994863"/>
                  </a:lnTo>
                  <a:lnTo>
                    <a:pt x="12442" y="992519"/>
                  </a:lnTo>
                  <a:lnTo>
                    <a:pt x="10349" y="989969"/>
                  </a:lnTo>
                  <a:lnTo>
                    <a:pt x="8507" y="987213"/>
                  </a:lnTo>
                  <a:lnTo>
                    <a:pt x="6666" y="984457"/>
                  </a:lnTo>
                  <a:lnTo>
                    <a:pt x="969" y="969015"/>
                  </a:lnTo>
                  <a:lnTo>
                    <a:pt x="323" y="965764"/>
                  </a:lnTo>
                  <a:lnTo>
                    <a:pt x="0" y="962481"/>
                  </a:lnTo>
                  <a:lnTo>
                    <a:pt x="0" y="959167"/>
                  </a:lnTo>
                  <a:close/>
                </a:path>
              </a:pathLst>
            </a:custGeom>
            <a:ln w="19049">
              <a:solidFill>
                <a:srgbClr val="C2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9124" y="3771899"/>
              <a:ext cx="681355" cy="990600"/>
            </a:xfrm>
            <a:custGeom>
              <a:avLst/>
              <a:gdLst/>
              <a:ahLst/>
              <a:cxnLst/>
              <a:rect l="l" t="t" r="r" b="b"/>
              <a:pathLst>
                <a:path w="681355" h="990600">
                  <a:moveTo>
                    <a:pt x="681037" y="990599"/>
                  </a:moveTo>
                  <a:lnTo>
                    <a:pt x="35526" y="990599"/>
                  </a:lnTo>
                  <a:lnTo>
                    <a:pt x="1039" y="960297"/>
                  </a:lnTo>
                  <a:lnTo>
                    <a:pt x="0" y="955073"/>
                  </a:lnTo>
                  <a:lnTo>
                    <a:pt x="0" y="949642"/>
                  </a:lnTo>
                  <a:lnTo>
                    <a:pt x="0" y="35525"/>
                  </a:lnTo>
                  <a:lnTo>
                    <a:pt x="30301" y="1039"/>
                  </a:lnTo>
                  <a:lnTo>
                    <a:pt x="35526" y="0"/>
                  </a:lnTo>
                  <a:lnTo>
                    <a:pt x="681037" y="0"/>
                  </a:lnTo>
                  <a:lnTo>
                    <a:pt x="681037" y="990599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295399" y="3771899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9524" y="990599"/>
                  </a:moveTo>
                  <a:lnTo>
                    <a:pt x="0" y="99059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990599"/>
                  </a:lnTo>
                  <a:close/>
                </a:path>
              </a:pathLst>
            </a:custGeom>
            <a:solidFill>
              <a:srgbClr val="C2D4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4667" y="4128153"/>
              <a:ext cx="265192" cy="268567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463674" y="3916362"/>
            <a:ext cx="2833370" cy="6172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65" dirty="0">
                <a:solidFill>
                  <a:srgbClr val="3B4E4E"/>
                </a:solidFill>
                <a:latin typeface="Arial"/>
                <a:cs typeface="Arial"/>
              </a:rPr>
              <a:t>Research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AI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searches</a:t>
            </a:r>
            <a:r>
              <a:rPr sz="1350" spc="-4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and</a:t>
            </a:r>
            <a:r>
              <a:rPr sz="1350" spc="-4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summarizes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findings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00074" y="4952999"/>
            <a:ext cx="10229850" cy="1028700"/>
            <a:chOff x="600074" y="4952999"/>
            <a:chExt cx="10229850" cy="1028700"/>
          </a:xfrm>
        </p:grpSpPr>
        <p:sp>
          <p:nvSpPr>
            <p:cNvPr id="26" name="object 26"/>
            <p:cNvSpPr/>
            <p:nvPr/>
          </p:nvSpPr>
          <p:spPr>
            <a:xfrm>
              <a:off x="609599" y="4962524"/>
              <a:ext cx="10210800" cy="1009650"/>
            </a:xfrm>
            <a:custGeom>
              <a:avLst/>
              <a:gdLst/>
              <a:ahLst/>
              <a:cxnLst/>
              <a:rect l="l" t="t" r="r" b="b"/>
              <a:pathLst>
                <a:path w="10210800" h="1009650">
                  <a:moveTo>
                    <a:pt x="10163631" y="1009649"/>
                  </a:moveTo>
                  <a:lnTo>
                    <a:pt x="47167" y="1009649"/>
                  </a:lnTo>
                  <a:lnTo>
                    <a:pt x="43884" y="1009326"/>
                  </a:lnTo>
                  <a:lnTo>
                    <a:pt x="10349" y="989969"/>
                  </a:lnTo>
                  <a:lnTo>
                    <a:pt x="0" y="962481"/>
                  </a:lnTo>
                  <a:lnTo>
                    <a:pt x="0" y="959167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10163631" y="0"/>
                  </a:lnTo>
                  <a:lnTo>
                    <a:pt x="10198355" y="17129"/>
                  </a:lnTo>
                  <a:lnTo>
                    <a:pt x="10210798" y="47167"/>
                  </a:lnTo>
                  <a:lnTo>
                    <a:pt x="10210798" y="962481"/>
                  </a:lnTo>
                  <a:lnTo>
                    <a:pt x="10193670" y="997207"/>
                  </a:lnTo>
                  <a:lnTo>
                    <a:pt x="10166913" y="1009326"/>
                  </a:lnTo>
                  <a:lnTo>
                    <a:pt x="10163631" y="1009649"/>
                  </a:lnTo>
                  <a:close/>
                </a:path>
              </a:pathLst>
            </a:custGeom>
            <a:solidFill>
              <a:srgbClr val="FFF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9599" y="4962524"/>
              <a:ext cx="10210800" cy="1009650"/>
            </a:xfrm>
            <a:custGeom>
              <a:avLst/>
              <a:gdLst/>
              <a:ahLst/>
              <a:cxnLst/>
              <a:rect l="l" t="t" r="r" b="b"/>
              <a:pathLst>
                <a:path w="10210800" h="1009650">
                  <a:moveTo>
                    <a:pt x="0" y="959167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8507" y="22435"/>
                  </a:lnTo>
                  <a:lnTo>
                    <a:pt x="10349" y="19679"/>
                  </a:lnTo>
                  <a:lnTo>
                    <a:pt x="12442" y="17129"/>
                  </a:lnTo>
                  <a:lnTo>
                    <a:pt x="14785" y="14785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10160316" y="0"/>
                  </a:lnTo>
                  <a:lnTo>
                    <a:pt x="10163631" y="0"/>
                  </a:lnTo>
                  <a:lnTo>
                    <a:pt x="10166913" y="323"/>
                  </a:lnTo>
                  <a:lnTo>
                    <a:pt x="10196012" y="14785"/>
                  </a:lnTo>
                  <a:lnTo>
                    <a:pt x="10198355" y="17129"/>
                  </a:lnTo>
                  <a:lnTo>
                    <a:pt x="10200448" y="19679"/>
                  </a:lnTo>
                  <a:lnTo>
                    <a:pt x="10202289" y="22435"/>
                  </a:lnTo>
                  <a:lnTo>
                    <a:pt x="10204132" y="25191"/>
                  </a:lnTo>
                  <a:lnTo>
                    <a:pt x="10210799" y="50482"/>
                  </a:lnTo>
                  <a:lnTo>
                    <a:pt x="10210799" y="959167"/>
                  </a:lnTo>
                  <a:lnTo>
                    <a:pt x="10210798" y="962481"/>
                  </a:lnTo>
                  <a:lnTo>
                    <a:pt x="10210474" y="965764"/>
                  </a:lnTo>
                  <a:lnTo>
                    <a:pt x="10209828" y="969015"/>
                  </a:lnTo>
                  <a:lnTo>
                    <a:pt x="10209181" y="972266"/>
                  </a:lnTo>
                  <a:lnTo>
                    <a:pt x="10202290" y="987213"/>
                  </a:lnTo>
                  <a:lnTo>
                    <a:pt x="10200448" y="989969"/>
                  </a:lnTo>
                  <a:lnTo>
                    <a:pt x="10188363" y="1001140"/>
                  </a:lnTo>
                  <a:lnTo>
                    <a:pt x="10185606" y="1002982"/>
                  </a:lnTo>
                  <a:lnTo>
                    <a:pt x="10182696" y="1004537"/>
                  </a:lnTo>
                  <a:lnTo>
                    <a:pt x="10179633" y="1005806"/>
                  </a:lnTo>
                  <a:lnTo>
                    <a:pt x="10176572" y="1007075"/>
                  </a:lnTo>
                  <a:lnTo>
                    <a:pt x="10173415" y="1008032"/>
                  </a:lnTo>
                  <a:lnTo>
                    <a:pt x="10170163" y="1008679"/>
                  </a:lnTo>
                  <a:lnTo>
                    <a:pt x="10166913" y="1009326"/>
                  </a:lnTo>
                  <a:lnTo>
                    <a:pt x="10163631" y="1009649"/>
                  </a:lnTo>
                  <a:lnTo>
                    <a:pt x="10160316" y="1009649"/>
                  </a:lnTo>
                  <a:lnTo>
                    <a:pt x="50482" y="1009649"/>
                  </a:lnTo>
                  <a:lnTo>
                    <a:pt x="47167" y="1009649"/>
                  </a:lnTo>
                  <a:lnTo>
                    <a:pt x="43884" y="1009326"/>
                  </a:lnTo>
                  <a:lnTo>
                    <a:pt x="40633" y="1008679"/>
                  </a:lnTo>
                  <a:lnTo>
                    <a:pt x="37382" y="1008032"/>
                  </a:lnTo>
                  <a:lnTo>
                    <a:pt x="34226" y="1007075"/>
                  </a:lnTo>
                  <a:lnTo>
                    <a:pt x="31163" y="1005806"/>
                  </a:lnTo>
                  <a:lnTo>
                    <a:pt x="28101" y="1004537"/>
                  </a:lnTo>
                  <a:lnTo>
                    <a:pt x="25192" y="1002982"/>
                  </a:lnTo>
                  <a:lnTo>
                    <a:pt x="22435" y="1001140"/>
                  </a:lnTo>
                  <a:lnTo>
                    <a:pt x="19679" y="999299"/>
                  </a:lnTo>
                  <a:lnTo>
                    <a:pt x="8507" y="987213"/>
                  </a:lnTo>
                  <a:lnTo>
                    <a:pt x="6666" y="984457"/>
                  </a:lnTo>
                  <a:lnTo>
                    <a:pt x="969" y="969015"/>
                  </a:lnTo>
                  <a:lnTo>
                    <a:pt x="323" y="965764"/>
                  </a:lnTo>
                  <a:lnTo>
                    <a:pt x="0" y="962481"/>
                  </a:lnTo>
                  <a:lnTo>
                    <a:pt x="0" y="959167"/>
                  </a:lnTo>
                  <a:close/>
                </a:path>
              </a:pathLst>
            </a:custGeom>
            <a:ln w="19049">
              <a:solidFill>
                <a:srgbClr val="C2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19124" y="4972049"/>
              <a:ext cx="681355" cy="990600"/>
            </a:xfrm>
            <a:custGeom>
              <a:avLst/>
              <a:gdLst/>
              <a:ahLst/>
              <a:cxnLst/>
              <a:rect l="l" t="t" r="r" b="b"/>
              <a:pathLst>
                <a:path w="681355" h="990600">
                  <a:moveTo>
                    <a:pt x="681037" y="990599"/>
                  </a:moveTo>
                  <a:lnTo>
                    <a:pt x="35526" y="990599"/>
                  </a:lnTo>
                  <a:lnTo>
                    <a:pt x="30301" y="989560"/>
                  </a:lnTo>
                  <a:lnTo>
                    <a:pt x="1039" y="960297"/>
                  </a:lnTo>
                  <a:lnTo>
                    <a:pt x="0" y="955073"/>
                  </a:lnTo>
                  <a:lnTo>
                    <a:pt x="0" y="949642"/>
                  </a:lnTo>
                  <a:lnTo>
                    <a:pt x="0" y="35525"/>
                  </a:lnTo>
                  <a:lnTo>
                    <a:pt x="30301" y="1038"/>
                  </a:lnTo>
                  <a:lnTo>
                    <a:pt x="35526" y="0"/>
                  </a:lnTo>
                  <a:lnTo>
                    <a:pt x="681037" y="0"/>
                  </a:lnTo>
                  <a:lnTo>
                    <a:pt x="681037" y="990599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295399" y="4972049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9524" y="990599"/>
                  </a:moveTo>
                  <a:lnTo>
                    <a:pt x="0" y="99059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990599"/>
                  </a:lnTo>
                  <a:close/>
                </a:path>
              </a:pathLst>
            </a:custGeom>
            <a:solidFill>
              <a:srgbClr val="C2D4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8119" y="5328085"/>
              <a:ext cx="258285" cy="26878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463674" y="5116512"/>
            <a:ext cx="3811904" cy="6172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35" dirty="0">
                <a:solidFill>
                  <a:srgbClr val="3B4E4E"/>
                </a:solidFill>
                <a:latin typeface="Arial"/>
                <a:cs typeface="Arial"/>
              </a:rPr>
              <a:t>Personal</a:t>
            </a:r>
            <a:r>
              <a:rPr sz="1650" b="1" spc="-30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sz="1650" b="1" spc="95" dirty="0">
                <a:solidFill>
                  <a:srgbClr val="3B4E4E"/>
                </a:solidFill>
                <a:latin typeface="Arial"/>
                <a:cs typeface="Arial"/>
              </a:rPr>
              <a:t>Assistants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Schedules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meetings,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sends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emails,</a:t>
            </a:r>
            <a:r>
              <a:rPr sz="1350" spc="-4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manages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tasks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00074" y="6153149"/>
            <a:ext cx="10229850" cy="1028700"/>
            <a:chOff x="600074" y="6153149"/>
            <a:chExt cx="10229850" cy="1028700"/>
          </a:xfrm>
        </p:grpSpPr>
        <p:sp>
          <p:nvSpPr>
            <p:cNvPr id="33" name="object 33"/>
            <p:cNvSpPr/>
            <p:nvPr/>
          </p:nvSpPr>
          <p:spPr>
            <a:xfrm>
              <a:off x="609599" y="6162674"/>
              <a:ext cx="10210800" cy="1009650"/>
            </a:xfrm>
            <a:custGeom>
              <a:avLst/>
              <a:gdLst/>
              <a:ahLst/>
              <a:cxnLst/>
              <a:rect l="l" t="t" r="r" b="b"/>
              <a:pathLst>
                <a:path w="10210800" h="1009650">
                  <a:moveTo>
                    <a:pt x="10163631" y="1009649"/>
                  </a:moveTo>
                  <a:lnTo>
                    <a:pt x="47167" y="1009649"/>
                  </a:lnTo>
                  <a:lnTo>
                    <a:pt x="43884" y="1009326"/>
                  </a:lnTo>
                  <a:lnTo>
                    <a:pt x="10349" y="989969"/>
                  </a:lnTo>
                  <a:lnTo>
                    <a:pt x="0" y="962481"/>
                  </a:lnTo>
                  <a:lnTo>
                    <a:pt x="0" y="959167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10163631" y="0"/>
                  </a:lnTo>
                  <a:lnTo>
                    <a:pt x="10198355" y="17129"/>
                  </a:lnTo>
                  <a:lnTo>
                    <a:pt x="10210798" y="47167"/>
                  </a:lnTo>
                  <a:lnTo>
                    <a:pt x="10210798" y="962481"/>
                  </a:lnTo>
                  <a:lnTo>
                    <a:pt x="10193670" y="997207"/>
                  </a:lnTo>
                  <a:lnTo>
                    <a:pt x="10166913" y="1009326"/>
                  </a:lnTo>
                  <a:lnTo>
                    <a:pt x="10163631" y="1009649"/>
                  </a:lnTo>
                  <a:close/>
                </a:path>
              </a:pathLst>
            </a:custGeom>
            <a:solidFill>
              <a:srgbClr val="FFF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9599" y="6162674"/>
              <a:ext cx="10210800" cy="1009650"/>
            </a:xfrm>
            <a:custGeom>
              <a:avLst/>
              <a:gdLst/>
              <a:ahLst/>
              <a:cxnLst/>
              <a:rect l="l" t="t" r="r" b="b"/>
              <a:pathLst>
                <a:path w="10210800" h="1009650">
                  <a:moveTo>
                    <a:pt x="0" y="959167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969" y="40633"/>
                  </a:lnTo>
                  <a:lnTo>
                    <a:pt x="1616" y="37382"/>
                  </a:lnTo>
                  <a:lnTo>
                    <a:pt x="2574" y="34225"/>
                  </a:lnTo>
                  <a:lnTo>
                    <a:pt x="14785" y="14785"/>
                  </a:lnTo>
                  <a:lnTo>
                    <a:pt x="17129" y="12441"/>
                  </a:lnTo>
                  <a:lnTo>
                    <a:pt x="19679" y="10348"/>
                  </a:lnTo>
                  <a:lnTo>
                    <a:pt x="22435" y="8507"/>
                  </a:lnTo>
                  <a:lnTo>
                    <a:pt x="25191" y="6665"/>
                  </a:lnTo>
                  <a:lnTo>
                    <a:pt x="28101" y="5110"/>
                  </a:lnTo>
                  <a:lnTo>
                    <a:pt x="31163" y="3842"/>
                  </a:lnTo>
                  <a:lnTo>
                    <a:pt x="34225" y="2573"/>
                  </a:lnTo>
                  <a:lnTo>
                    <a:pt x="37382" y="1616"/>
                  </a:lnTo>
                  <a:lnTo>
                    <a:pt x="40633" y="969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10160316" y="0"/>
                  </a:lnTo>
                  <a:lnTo>
                    <a:pt x="10163631" y="0"/>
                  </a:lnTo>
                  <a:lnTo>
                    <a:pt x="10166913" y="323"/>
                  </a:lnTo>
                  <a:lnTo>
                    <a:pt x="10170164" y="969"/>
                  </a:lnTo>
                  <a:lnTo>
                    <a:pt x="10173415" y="1616"/>
                  </a:lnTo>
                  <a:lnTo>
                    <a:pt x="10188363" y="8507"/>
                  </a:lnTo>
                  <a:lnTo>
                    <a:pt x="10191120" y="10348"/>
                  </a:lnTo>
                  <a:lnTo>
                    <a:pt x="10193670" y="12441"/>
                  </a:lnTo>
                  <a:lnTo>
                    <a:pt x="10196012" y="14785"/>
                  </a:lnTo>
                  <a:lnTo>
                    <a:pt x="10198355" y="17129"/>
                  </a:lnTo>
                  <a:lnTo>
                    <a:pt x="10200448" y="19679"/>
                  </a:lnTo>
                  <a:lnTo>
                    <a:pt x="10202289" y="22435"/>
                  </a:lnTo>
                  <a:lnTo>
                    <a:pt x="10204132" y="25190"/>
                  </a:lnTo>
                  <a:lnTo>
                    <a:pt x="10205686" y="28099"/>
                  </a:lnTo>
                  <a:lnTo>
                    <a:pt x="10206955" y="31163"/>
                  </a:lnTo>
                  <a:lnTo>
                    <a:pt x="10208223" y="34225"/>
                  </a:lnTo>
                  <a:lnTo>
                    <a:pt x="10209181" y="37382"/>
                  </a:lnTo>
                  <a:lnTo>
                    <a:pt x="10209828" y="40633"/>
                  </a:lnTo>
                  <a:lnTo>
                    <a:pt x="10210474" y="43884"/>
                  </a:lnTo>
                  <a:lnTo>
                    <a:pt x="10210798" y="47167"/>
                  </a:lnTo>
                  <a:lnTo>
                    <a:pt x="10210799" y="50482"/>
                  </a:lnTo>
                  <a:lnTo>
                    <a:pt x="10210799" y="959167"/>
                  </a:lnTo>
                  <a:lnTo>
                    <a:pt x="10210798" y="962481"/>
                  </a:lnTo>
                  <a:lnTo>
                    <a:pt x="10210474" y="965764"/>
                  </a:lnTo>
                  <a:lnTo>
                    <a:pt x="10209828" y="969015"/>
                  </a:lnTo>
                  <a:lnTo>
                    <a:pt x="10209181" y="972266"/>
                  </a:lnTo>
                  <a:lnTo>
                    <a:pt x="10202290" y="987212"/>
                  </a:lnTo>
                  <a:lnTo>
                    <a:pt x="10200448" y="989969"/>
                  </a:lnTo>
                  <a:lnTo>
                    <a:pt x="10188363" y="1001141"/>
                  </a:lnTo>
                  <a:lnTo>
                    <a:pt x="10185606" y="1002982"/>
                  </a:lnTo>
                  <a:lnTo>
                    <a:pt x="10182696" y="1004537"/>
                  </a:lnTo>
                  <a:lnTo>
                    <a:pt x="10179633" y="1005806"/>
                  </a:lnTo>
                  <a:lnTo>
                    <a:pt x="10176572" y="1007074"/>
                  </a:lnTo>
                  <a:lnTo>
                    <a:pt x="10173415" y="1008032"/>
                  </a:lnTo>
                  <a:lnTo>
                    <a:pt x="10170163" y="1008679"/>
                  </a:lnTo>
                  <a:lnTo>
                    <a:pt x="10166913" y="1009326"/>
                  </a:lnTo>
                  <a:lnTo>
                    <a:pt x="10163631" y="1009649"/>
                  </a:lnTo>
                  <a:lnTo>
                    <a:pt x="10160316" y="1009649"/>
                  </a:lnTo>
                  <a:lnTo>
                    <a:pt x="50482" y="1009649"/>
                  </a:lnTo>
                  <a:lnTo>
                    <a:pt x="47167" y="1009649"/>
                  </a:lnTo>
                  <a:lnTo>
                    <a:pt x="43884" y="1009326"/>
                  </a:lnTo>
                  <a:lnTo>
                    <a:pt x="40633" y="1008679"/>
                  </a:lnTo>
                  <a:lnTo>
                    <a:pt x="37382" y="1008032"/>
                  </a:lnTo>
                  <a:lnTo>
                    <a:pt x="8507" y="987212"/>
                  </a:lnTo>
                  <a:lnTo>
                    <a:pt x="6666" y="984456"/>
                  </a:lnTo>
                  <a:lnTo>
                    <a:pt x="0" y="962481"/>
                  </a:lnTo>
                  <a:lnTo>
                    <a:pt x="0" y="959167"/>
                  </a:lnTo>
                  <a:close/>
                </a:path>
              </a:pathLst>
            </a:custGeom>
            <a:ln w="19049">
              <a:solidFill>
                <a:srgbClr val="C2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19124" y="6172199"/>
              <a:ext cx="681355" cy="990600"/>
            </a:xfrm>
            <a:custGeom>
              <a:avLst/>
              <a:gdLst/>
              <a:ahLst/>
              <a:cxnLst/>
              <a:rect l="l" t="t" r="r" b="b"/>
              <a:pathLst>
                <a:path w="681355" h="990600">
                  <a:moveTo>
                    <a:pt x="681037" y="990599"/>
                  </a:moveTo>
                  <a:lnTo>
                    <a:pt x="35526" y="990599"/>
                  </a:lnTo>
                  <a:lnTo>
                    <a:pt x="1039" y="960297"/>
                  </a:lnTo>
                  <a:lnTo>
                    <a:pt x="0" y="955073"/>
                  </a:lnTo>
                  <a:lnTo>
                    <a:pt x="0" y="949642"/>
                  </a:lnTo>
                  <a:lnTo>
                    <a:pt x="0" y="35525"/>
                  </a:lnTo>
                  <a:lnTo>
                    <a:pt x="30301" y="1038"/>
                  </a:lnTo>
                  <a:lnTo>
                    <a:pt x="35526" y="0"/>
                  </a:lnTo>
                  <a:lnTo>
                    <a:pt x="681037" y="0"/>
                  </a:lnTo>
                  <a:lnTo>
                    <a:pt x="681037" y="990599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295399" y="6172199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9524" y="990599"/>
                  </a:moveTo>
                  <a:lnTo>
                    <a:pt x="0" y="99059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990599"/>
                  </a:lnTo>
                  <a:close/>
                </a:path>
              </a:pathLst>
            </a:custGeom>
            <a:solidFill>
              <a:srgbClr val="C2D4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2979" y="6545695"/>
              <a:ext cx="268565" cy="234082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1463674" y="6316662"/>
            <a:ext cx="2513330" cy="6172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90" dirty="0">
                <a:solidFill>
                  <a:srgbClr val="3B4E4E"/>
                </a:solidFill>
                <a:latin typeface="Arial"/>
                <a:cs typeface="Arial"/>
              </a:rPr>
              <a:t>Business</a:t>
            </a:r>
            <a:r>
              <a:rPr sz="1650" b="1" spc="-30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sz="1650" b="1" spc="175" dirty="0">
                <a:solidFill>
                  <a:srgbClr val="3B4E4E"/>
                </a:solidFill>
                <a:latin typeface="Arial"/>
                <a:cs typeface="Arial"/>
              </a:rPr>
              <a:t>Automation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Handles</a:t>
            </a:r>
            <a:r>
              <a:rPr sz="1350" spc="-4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repetitive</a:t>
            </a:r>
            <a:r>
              <a:rPr sz="1350" spc="-4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office</a:t>
            </a:r>
            <a:r>
              <a:rPr sz="1350" spc="-4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3B4E4E"/>
                </a:solidFill>
                <a:latin typeface="Tahoma"/>
                <a:cs typeface="Tahoma"/>
              </a:rPr>
              <a:t>work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00074" y="7353299"/>
            <a:ext cx="10229850" cy="1028700"/>
            <a:chOff x="600074" y="7353299"/>
            <a:chExt cx="10229850" cy="1028700"/>
          </a:xfrm>
        </p:grpSpPr>
        <p:sp>
          <p:nvSpPr>
            <p:cNvPr id="40" name="object 40"/>
            <p:cNvSpPr/>
            <p:nvPr/>
          </p:nvSpPr>
          <p:spPr>
            <a:xfrm>
              <a:off x="609599" y="7362824"/>
              <a:ext cx="10210800" cy="1009650"/>
            </a:xfrm>
            <a:custGeom>
              <a:avLst/>
              <a:gdLst/>
              <a:ahLst/>
              <a:cxnLst/>
              <a:rect l="l" t="t" r="r" b="b"/>
              <a:pathLst>
                <a:path w="10210800" h="1009650">
                  <a:moveTo>
                    <a:pt x="10163631" y="1009649"/>
                  </a:moveTo>
                  <a:lnTo>
                    <a:pt x="47167" y="1009649"/>
                  </a:lnTo>
                  <a:lnTo>
                    <a:pt x="43884" y="1009326"/>
                  </a:lnTo>
                  <a:lnTo>
                    <a:pt x="10349" y="989969"/>
                  </a:lnTo>
                  <a:lnTo>
                    <a:pt x="0" y="962481"/>
                  </a:lnTo>
                  <a:lnTo>
                    <a:pt x="0" y="959167"/>
                  </a:lnTo>
                  <a:lnTo>
                    <a:pt x="0" y="47166"/>
                  </a:lnTo>
                  <a:lnTo>
                    <a:pt x="17129" y="12442"/>
                  </a:lnTo>
                  <a:lnTo>
                    <a:pt x="47167" y="0"/>
                  </a:lnTo>
                  <a:lnTo>
                    <a:pt x="10163631" y="0"/>
                  </a:lnTo>
                  <a:lnTo>
                    <a:pt x="10198355" y="17129"/>
                  </a:lnTo>
                  <a:lnTo>
                    <a:pt x="10210798" y="47166"/>
                  </a:lnTo>
                  <a:lnTo>
                    <a:pt x="10210798" y="962481"/>
                  </a:lnTo>
                  <a:lnTo>
                    <a:pt x="10193670" y="997207"/>
                  </a:lnTo>
                  <a:lnTo>
                    <a:pt x="10166913" y="1009326"/>
                  </a:lnTo>
                  <a:lnTo>
                    <a:pt x="10163631" y="1009649"/>
                  </a:lnTo>
                  <a:close/>
                </a:path>
              </a:pathLst>
            </a:custGeom>
            <a:solidFill>
              <a:srgbClr val="FFF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09599" y="7362824"/>
              <a:ext cx="10210800" cy="1009650"/>
            </a:xfrm>
            <a:custGeom>
              <a:avLst/>
              <a:gdLst/>
              <a:ahLst/>
              <a:cxnLst/>
              <a:rect l="l" t="t" r="r" b="b"/>
              <a:pathLst>
                <a:path w="10210800" h="1009650">
                  <a:moveTo>
                    <a:pt x="0" y="959167"/>
                  </a:moveTo>
                  <a:lnTo>
                    <a:pt x="0" y="50482"/>
                  </a:lnTo>
                  <a:lnTo>
                    <a:pt x="0" y="47166"/>
                  </a:lnTo>
                  <a:lnTo>
                    <a:pt x="323" y="43883"/>
                  </a:lnTo>
                  <a:lnTo>
                    <a:pt x="969" y="40633"/>
                  </a:lnTo>
                  <a:lnTo>
                    <a:pt x="1616" y="37382"/>
                  </a:lnTo>
                  <a:lnTo>
                    <a:pt x="2574" y="34225"/>
                  </a:lnTo>
                  <a:lnTo>
                    <a:pt x="3842" y="31163"/>
                  </a:lnTo>
                  <a:lnTo>
                    <a:pt x="5111" y="28100"/>
                  </a:lnTo>
                  <a:lnTo>
                    <a:pt x="6666" y="25191"/>
                  </a:lnTo>
                  <a:lnTo>
                    <a:pt x="8507" y="22435"/>
                  </a:lnTo>
                  <a:lnTo>
                    <a:pt x="10349" y="19679"/>
                  </a:lnTo>
                  <a:lnTo>
                    <a:pt x="12442" y="17129"/>
                  </a:lnTo>
                  <a:lnTo>
                    <a:pt x="14785" y="14785"/>
                  </a:lnTo>
                  <a:lnTo>
                    <a:pt x="17129" y="12442"/>
                  </a:lnTo>
                  <a:lnTo>
                    <a:pt x="19679" y="10349"/>
                  </a:lnTo>
                  <a:lnTo>
                    <a:pt x="22435" y="8507"/>
                  </a:lnTo>
                  <a:lnTo>
                    <a:pt x="25191" y="6665"/>
                  </a:lnTo>
                  <a:lnTo>
                    <a:pt x="28101" y="5110"/>
                  </a:lnTo>
                  <a:lnTo>
                    <a:pt x="31163" y="3842"/>
                  </a:lnTo>
                  <a:lnTo>
                    <a:pt x="34225" y="2573"/>
                  </a:lnTo>
                  <a:lnTo>
                    <a:pt x="37382" y="1616"/>
                  </a:lnTo>
                  <a:lnTo>
                    <a:pt x="40633" y="969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10160316" y="0"/>
                  </a:lnTo>
                  <a:lnTo>
                    <a:pt x="10163631" y="0"/>
                  </a:lnTo>
                  <a:lnTo>
                    <a:pt x="10166913" y="323"/>
                  </a:lnTo>
                  <a:lnTo>
                    <a:pt x="10196012" y="14785"/>
                  </a:lnTo>
                  <a:lnTo>
                    <a:pt x="10198355" y="17129"/>
                  </a:lnTo>
                  <a:lnTo>
                    <a:pt x="10200448" y="19679"/>
                  </a:lnTo>
                  <a:lnTo>
                    <a:pt x="10202289" y="22435"/>
                  </a:lnTo>
                  <a:lnTo>
                    <a:pt x="10204132" y="25191"/>
                  </a:lnTo>
                  <a:lnTo>
                    <a:pt x="10205686" y="28100"/>
                  </a:lnTo>
                  <a:lnTo>
                    <a:pt x="10206955" y="31163"/>
                  </a:lnTo>
                  <a:lnTo>
                    <a:pt x="10208223" y="34225"/>
                  </a:lnTo>
                  <a:lnTo>
                    <a:pt x="10209181" y="37382"/>
                  </a:lnTo>
                  <a:lnTo>
                    <a:pt x="10209828" y="40633"/>
                  </a:lnTo>
                  <a:lnTo>
                    <a:pt x="10210474" y="43883"/>
                  </a:lnTo>
                  <a:lnTo>
                    <a:pt x="10210798" y="47166"/>
                  </a:lnTo>
                  <a:lnTo>
                    <a:pt x="10210799" y="50482"/>
                  </a:lnTo>
                  <a:lnTo>
                    <a:pt x="10210799" y="959167"/>
                  </a:lnTo>
                  <a:lnTo>
                    <a:pt x="10196012" y="994863"/>
                  </a:lnTo>
                  <a:lnTo>
                    <a:pt x="10170163" y="1008679"/>
                  </a:lnTo>
                  <a:lnTo>
                    <a:pt x="10166913" y="1009326"/>
                  </a:lnTo>
                  <a:lnTo>
                    <a:pt x="10163631" y="1009649"/>
                  </a:lnTo>
                  <a:lnTo>
                    <a:pt x="10160316" y="1009649"/>
                  </a:lnTo>
                  <a:lnTo>
                    <a:pt x="50482" y="1009649"/>
                  </a:lnTo>
                  <a:lnTo>
                    <a:pt x="47167" y="1009649"/>
                  </a:lnTo>
                  <a:lnTo>
                    <a:pt x="43884" y="1009326"/>
                  </a:lnTo>
                  <a:lnTo>
                    <a:pt x="40633" y="1008679"/>
                  </a:lnTo>
                  <a:lnTo>
                    <a:pt x="37382" y="1008032"/>
                  </a:lnTo>
                  <a:lnTo>
                    <a:pt x="8507" y="987212"/>
                  </a:lnTo>
                  <a:lnTo>
                    <a:pt x="6666" y="984456"/>
                  </a:lnTo>
                  <a:lnTo>
                    <a:pt x="5111" y="981547"/>
                  </a:lnTo>
                  <a:lnTo>
                    <a:pt x="3842" y="978484"/>
                  </a:lnTo>
                  <a:lnTo>
                    <a:pt x="2574" y="975422"/>
                  </a:lnTo>
                  <a:lnTo>
                    <a:pt x="1616" y="972266"/>
                  </a:lnTo>
                  <a:lnTo>
                    <a:pt x="969" y="969015"/>
                  </a:lnTo>
                  <a:lnTo>
                    <a:pt x="323" y="965764"/>
                  </a:lnTo>
                  <a:lnTo>
                    <a:pt x="0" y="962481"/>
                  </a:lnTo>
                  <a:lnTo>
                    <a:pt x="0" y="959167"/>
                  </a:lnTo>
                  <a:close/>
                </a:path>
              </a:pathLst>
            </a:custGeom>
            <a:ln w="19049">
              <a:solidFill>
                <a:srgbClr val="C2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19124" y="7372349"/>
              <a:ext cx="681355" cy="990600"/>
            </a:xfrm>
            <a:custGeom>
              <a:avLst/>
              <a:gdLst/>
              <a:ahLst/>
              <a:cxnLst/>
              <a:rect l="l" t="t" r="r" b="b"/>
              <a:pathLst>
                <a:path w="681355" h="990600">
                  <a:moveTo>
                    <a:pt x="681037" y="990599"/>
                  </a:moveTo>
                  <a:lnTo>
                    <a:pt x="35526" y="990599"/>
                  </a:lnTo>
                  <a:lnTo>
                    <a:pt x="1039" y="960297"/>
                  </a:lnTo>
                  <a:lnTo>
                    <a:pt x="0" y="955073"/>
                  </a:lnTo>
                  <a:lnTo>
                    <a:pt x="0" y="949642"/>
                  </a:lnTo>
                  <a:lnTo>
                    <a:pt x="0" y="35525"/>
                  </a:lnTo>
                  <a:lnTo>
                    <a:pt x="30301" y="1038"/>
                  </a:lnTo>
                  <a:lnTo>
                    <a:pt x="35526" y="0"/>
                  </a:lnTo>
                  <a:lnTo>
                    <a:pt x="681037" y="0"/>
                  </a:lnTo>
                  <a:lnTo>
                    <a:pt x="681037" y="990599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295399" y="7372349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9524" y="990599"/>
                  </a:moveTo>
                  <a:lnTo>
                    <a:pt x="0" y="99059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990599"/>
                  </a:lnTo>
                  <a:close/>
                </a:path>
              </a:pathLst>
            </a:custGeom>
            <a:solidFill>
              <a:srgbClr val="C2D4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2978" y="7755645"/>
              <a:ext cx="268567" cy="214453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1463674" y="7516812"/>
            <a:ext cx="4255135" cy="6172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65" dirty="0">
                <a:solidFill>
                  <a:srgbClr val="3B4E4E"/>
                </a:solidFill>
                <a:latin typeface="Arial"/>
                <a:cs typeface="Arial"/>
              </a:rPr>
              <a:t>Education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Tutors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students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and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creates</a:t>
            </a:r>
            <a:r>
              <a:rPr sz="1350" spc="-4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personalized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learning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plans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896100"/>
          </a:xfrm>
          <a:custGeom>
            <a:avLst/>
            <a:gdLst/>
            <a:ahLst/>
            <a:cxnLst/>
            <a:rect l="l" t="t" r="r" b="b"/>
            <a:pathLst>
              <a:path w="11430000" h="6896100">
                <a:moveTo>
                  <a:pt x="11429999" y="6896099"/>
                </a:moveTo>
                <a:lnTo>
                  <a:pt x="0" y="68960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896099"/>
                </a:lnTo>
                <a:close/>
              </a:path>
            </a:pathLst>
          </a:custGeom>
          <a:solidFill>
            <a:srgbClr val="FFFD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7374" y="444500"/>
            <a:ext cx="7413625" cy="53155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380" dirty="0"/>
              <a:t>Example:</a:t>
            </a:r>
            <a:r>
              <a:rPr spc="-200" dirty="0"/>
              <a:t> </a:t>
            </a:r>
            <a:r>
              <a:rPr spc="330" dirty="0" err="1"/>
              <a:t>Plannin</a:t>
            </a:r>
            <a:r>
              <a:rPr lang="en-IN" spc="330" dirty="0"/>
              <a:t>g</a:t>
            </a:r>
            <a:r>
              <a:rPr spc="-185" dirty="0"/>
              <a:t> </a:t>
            </a:r>
            <a:r>
              <a:rPr spc="640" dirty="0"/>
              <a:t>a</a:t>
            </a:r>
            <a:r>
              <a:rPr spc="-320" dirty="0"/>
              <a:t> </a:t>
            </a:r>
            <a:r>
              <a:rPr spc="100" dirty="0"/>
              <a:t>Trip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7374" y="1339850"/>
            <a:ext cx="506666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Here's</a:t>
            </a:r>
            <a:r>
              <a:rPr sz="135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3B4E4E"/>
                </a:solidFill>
                <a:latin typeface="Tahoma"/>
                <a:cs typeface="Tahoma"/>
              </a:rPr>
              <a:t>how</a:t>
            </a:r>
            <a:r>
              <a:rPr sz="1350" spc="-7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an</a:t>
            </a:r>
            <a:r>
              <a:rPr sz="1350" spc="-14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AI</a:t>
            </a:r>
            <a:r>
              <a:rPr sz="1350" spc="-7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agent</a:t>
            </a:r>
            <a:r>
              <a:rPr sz="1350" spc="-7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could</a:t>
            </a:r>
            <a:r>
              <a:rPr sz="1350" spc="-7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handle</a:t>
            </a:r>
            <a:r>
              <a:rPr sz="1350" spc="-7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a</a:t>
            </a:r>
            <a:r>
              <a:rPr sz="1350" spc="-7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real</a:t>
            </a:r>
            <a:r>
              <a:rPr sz="1350" spc="-7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task</a:t>
            </a:r>
            <a:r>
              <a:rPr sz="135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from</a:t>
            </a:r>
            <a:r>
              <a:rPr sz="1350" spc="-7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start</a:t>
            </a:r>
            <a:r>
              <a:rPr sz="1350" spc="-7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to</a:t>
            </a:r>
            <a:r>
              <a:rPr sz="1350" spc="-7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finish: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7204" y="2004337"/>
            <a:ext cx="9531719" cy="202591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837002" y="4436720"/>
            <a:ext cx="1344930" cy="619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235" marR="5080" indent="-90170">
              <a:lnSpc>
                <a:spcPct val="108100"/>
              </a:lnSpc>
              <a:spcBef>
                <a:spcPts val="95"/>
              </a:spcBef>
            </a:pPr>
            <a:r>
              <a:rPr sz="1800" b="1" dirty="0">
                <a:solidFill>
                  <a:srgbClr val="3B4E4E"/>
                </a:solidFill>
                <a:latin typeface="Trebuchet MS"/>
                <a:cs typeface="Trebuchet MS"/>
              </a:rPr>
              <a:t>5.</a:t>
            </a:r>
            <a:r>
              <a:rPr sz="1800" b="1" spc="-135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800" b="1" spc="285" dirty="0">
                <a:solidFill>
                  <a:srgbClr val="3B4E4E"/>
                </a:solidFill>
                <a:latin typeface="Trebuchet MS"/>
                <a:cs typeface="Trebuchet MS"/>
              </a:rPr>
              <a:t>Day-</a:t>
            </a:r>
            <a:r>
              <a:rPr sz="1800" b="1" spc="180" dirty="0">
                <a:solidFill>
                  <a:srgbClr val="3B4E4E"/>
                </a:solidFill>
                <a:latin typeface="Trebuchet MS"/>
                <a:cs typeface="Trebuchet MS"/>
              </a:rPr>
              <a:t>by-</a:t>
            </a:r>
            <a:r>
              <a:rPr sz="1800" b="1" spc="320" dirty="0">
                <a:solidFill>
                  <a:srgbClr val="3B4E4E"/>
                </a:solidFill>
                <a:latin typeface="Trebuchet MS"/>
                <a:cs typeface="Trebuchet MS"/>
              </a:rPr>
              <a:t>Day</a:t>
            </a:r>
            <a:r>
              <a:rPr sz="1800" b="1" spc="-105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800" b="1" spc="190" dirty="0">
                <a:solidFill>
                  <a:srgbClr val="3B4E4E"/>
                </a:solidFill>
                <a:latin typeface="Trebuchet MS"/>
                <a:cs typeface="Trebuchet MS"/>
              </a:rPr>
              <a:t>Plan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92138" y="4436720"/>
            <a:ext cx="870585" cy="619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40" marR="5080" indent="-15875">
              <a:lnSpc>
                <a:spcPct val="108100"/>
              </a:lnSpc>
              <a:spcBef>
                <a:spcPts val="95"/>
              </a:spcBef>
            </a:pPr>
            <a:r>
              <a:rPr sz="1800" b="1" dirty="0">
                <a:solidFill>
                  <a:srgbClr val="3B4E4E"/>
                </a:solidFill>
                <a:latin typeface="Trebuchet MS"/>
                <a:cs typeface="Trebuchet MS"/>
              </a:rPr>
              <a:t>4.</a:t>
            </a:r>
            <a:r>
              <a:rPr sz="1800" b="1" spc="-55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800" b="1" spc="155" dirty="0">
                <a:solidFill>
                  <a:srgbClr val="3B4E4E"/>
                </a:solidFill>
                <a:latin typeface="Trebuchet MS"/>
                <a:cs typeface="Trebuchet MS"/>
              </a:rPr>
              <a:t>Find </a:t>
            </a:r>
            <a:r>
              <a:rPr sz="1800" b="1" spc="170" dirty="0">
                <a:solidFill>
                  <a:srgbClr val="3B4E4E"/>
                </a:solidFill>
                <a:latin typeface="Trebuchet MS"/>
                <a:cs typeface="Trebuchet MS"/>
              </a:rPr>
              <a:t>Hotels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06550" y="4436720"/>
            <a:ext cx="1497330" cy="619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9410" marR="5080" indent="-347345">
              <a:lnSpc>
                <a:spcPct val="108100"/>
              </a:lnSpc>
              <a:spcBef>
                <a:spcPts val="95"/>
              </a:spcBef>
            </a:pPr>
            <a:r>
              <a:rPr sz="1800" b="1" spc="-40" dirty="0">
                <a:solidFill>
                  <a:srgbClr val="3B4E4E"/>
                </a:solidFill>
                <a:latin typeface="Trebuchet MS"/>
                <a:cs typeface="Trebuchet MS"/>
              </a:rPr>
              <a:t>3.</a:t>
            </a:r>
            <a:r>
              <a:rPr sz="1800" b="1" spc="-100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800" b="1" spc="270" dirty="0">
                <a:solidFill>
                  <a:srgbClr val="3B4E4E"/>
                </a:solidFill>
                <a:latin typeface="Trebuchet MS"/>
                <a:cs typeface="Trebuchet MS"/>
              </a:rPr>
              <a:t>Compare </a:t>
            </a:r>
            <a:r>
              <a:rPr sz="1800" b="1" spc="150" dirty="0">
                <a:solidFill>
                  <a:srgbClr val="3B4E4E"/>
                </a:solidFill>
                <a:latin typeface="Trebuchet MS"/>
                <a:cs typeface="Trebuchet MS"/>
              </a:rPr>
              <a:t>Prices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92797" y="4436720"/>
            <a:ext cx="1181100" cy="5888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0180" marR="5080" indent="-158115">
              <a:lnSpc>
                <a:spcPct val="108100"/>
              </a:lnSpc>
              <a:spcBef>
                <a:spcPts val="95"/>
              </a:spcBef>
            </a:pPr>
            <a:r>
              <a:rPr sz="1800" b="1" spc="-55" dirty="0">
                <a:solidFill>
                  <a:srgbClr val="3B4E4E"/>
                </a:solidFill>
                <a:latin typeface="Trebuchet MS"/>
                <a:cs typeface="Trebuchet MS"/>
              </a:rPr>
              <a:t>2.</a:t>
            </a:r>
            <a:r>
              <a:rPr sz="1800" b="1" spc="-100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800" b="1" spc="204" dirty="0">
                <a:solidFill>
                  <a:srgbClr val="3B4E4E"/>
                </a:solidFill>
                <a:latin typeface="Trebuchet MS"/>
                <a:cs typeface="Trebuchet MS"/>
              </a:rPr>
              <a:t>Search </a:t>
            </a:r>
            <a:r>
              <a:rPr sz="1800" b="1" spc="125" dirty="0" err="1">
                <a:solidFill>
                  <a:srgbClr val="3B4E4E"/>
                </a:solidFill>
                <a:latin typeface="Trebuchet MS"/>
                <a:cs typeface="Trebuchet MS"/>
              </a:rPr>
              <a:t>Fli</a:t>
            </a:r>
            <a:r>
              <a:rPr lang="en-IN" sz="1800" b="1" spc="125" dirty="0">
                <a:solidFill>
                  <a:srgbClr val="3B4E4E"/>
                </a:solidFill>
                <a:latin typeface="Trebuchet MS"/>
                <a:cs typeface="Trebuchet MS"/>
              </a:rPr>
              <a:t>g</a:t>
            </a:r>
            <a:r>
              <a:rPr sz="1800" b="1" spc="125" dirty="0" err="1">
                <a:solidFill>
                  <a:srgbClr val="3B4E4E"/>
                </a:solidFill>
                <a:latin typeface="Trebuchet MS"/>
                <a:cs typeface="Trebuchet MS"/>
              </a:rPr>
              <a:t>hts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8205" y="4313966"/>
            <a:ext cx="1484630" cy="8851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800" b="1" spc="-285" dirty="0">
                <a:solidFill>
                  <a:srgbClr val="3B4E4E"/>
                </a:solidFill>
                <a:latin typeface="Trebuchet MS"/>
                <a:cs typeface="Trebuchet MS"/>
              </a:rPr>
              <a:t>1.</a:t>
            </a:r>
            <a:endParaRPr sz="1800" dirty="0">
              <a:latin typeface="Trebuchet MS"/>
              <a:cs typeface="Trebuchet MS"/>
            </a:endParaRPr>
          </a:p>
          <a:p>
            <a:pPr marL="12700" marR="5080" algn="ctr">
              <a:lnSpc>
                <a:spcPts val="2340"/>
              </a:lnSpc>
              <a:spcBef>
                <a:spcPts val="15"/>
              </a:spcBef>
            </a:pPr>
            <a:r>
              <a:rPr sz="1800" b="1" spc="160" dirty="0">
                <a:solidFill>
                  <a:srgbClr val="3B4E4E"/>
                </a:solidFill>
                <a:latin typeface="Trebuchet MS"/>
                <a:cs typeface="Trebuchet MS"/>
              </a:rPr>
              <a:t>Destination </a:t>
            </a:r>
            <a:r>
              <a:rPr sz="1800" b="1" spc="125" dirty="0">
                <a:solidFill>
                  <a:srgbClr val="3B4E4E"/>
                </a:solidFill>
                <a:latin typeface="Trebuchet MS"/>
                <a:cs typeface="Trebuchet MS"/>
              </a:rPr>
              <a:t>&amp;</a:t>
            </a:r>
            <a:r>
              <a:rPr sz="1800" b="1" spc="-110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800" b="1" spc="204" dirty="0">
                <a:solidFill>
                  <a:srgbClr val="3B4E4E"/>
                </a:solidFill>
                <a:latin typeface="Trebuchet MS"/>
                <a:cs typeface="Trebuchet MS"/>
              </a:rPr>
              <a:t>Bud</a:t>
            </a:r>
            <a:r>
              <a:rPr lang="en-IN" sz="1800" b="1" spc="204" dirty="0">
                <a:solidFill>
                  <a:srgbClr val="3B4E4E"/>
                </a:solidFill>
                <a:latin typeface="Trebuchet MS"/>
                <a:cs typeface="Trebuchet MS"/>
              </a:rPr>
              <a:t>g</a:t>
            </a:r>
            <a:r>
              <a:rPr sz="1800" b="1" spc="204" dirty="0">
                <a:solidFill>
                  <a:srgbClr val="3B4E4E"/>
                </a:solidFill>
                <a:latin typeface="Trebuchet MS"/>
                <a:cs typeface="Trebuchet MS"/>
              </a:rPr>
              <a:t>et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00074" y="5734049"/>
            <a:ext cx="10229850" cy="685800"/>
            <a:chOff x="600074" y="5734049"/>
            <a:chExt cx="10229850" cy="685800"/>
          </a:xfrm>
        </p:grpSpPr>
        <p:sp>
          <p:nvSpPr>
            <p:cNvPr id="12" name="object 12"/>
            <p:cNvSpPr/>
            <p:nvPr/>
          </p:nvSpPr>
          <p:spPr>
            <a:xfrm>
              <a:off x="600074" y="5734049"/>
              <a:ext cx="10229850" cy="685800"/>
            </a:xfrm>
            <a:custGeom>
              <a:avLst/>
              <a:gdLst/>
              <a:ahLst/>
              <a:cxnLst/>
              <a:rect l="l" t="t" r="r" b="b"/>
              <a:pathLst>
                <a:path w="10229850" h="685800">
                  <a:moveTo>
                    <a:pt x="10173781" y="685799"/>
                  </a:moveTo>
                  <a:lnTo>
                    <a:pt x="56067" y="685799"/>
                  </a:lnTo>
                  <a:lnTo>
                    <a:pt x="52165" y="685415"/>
                  </a:lnTo>
                  <a:lnTo>
                    <a:pt x="14789" y="665437"/>
                  </a:lnTo>
                  <a:lnTo>
                    <a:pt x="0" y="629732"/>
                  </a:lnTo>
                  <a:lnTo>
                    <a:pt x="0" y="625792"/>
                  </a:lnTo>
                  <a:lnTo>
                    <a:pt x="0" y="56067"/>
                  </a:lnTo>
                  <a:lnTo>
                    <a:pt x="14789" y="20360"/>
                  </a:lnTo>
                  <a:lnTo>
                    <a:pt x="52165" y="384"/>
                  </a:lnTo>
                  <a:lnTo>
                    <a:pt x="56067" y="0"/>
                  </a:lnTo>
                  <a:lnTo>
                    <a:pt x="10173781" y="0"/>
                  </a:lnTo>
                  <a:lnTo>
                    <a:pt x="10209485" y="14788"/>
                  </a:lnTo>
                  <a:lnTo>
                    <a:pt x="10229464" y="52164"/>
                  </a:lnTo>
                  <a:lnTo>
                    <a:pt x="10229849" y="56067"/>
                  </a:lnTo>
                  <a:lnTo>
                    <a:pt x="10229849" y="629732"/>
                  </a:lnTo>
                  <a:lnTo>
                    <a:pt x="10215058" y="665437"/>
                  </a:lnTo>
                  <a:lnTo>
                    <a:pt x="10177682" y="685415"/>
                  </a:lnTo>
                  <a:lnTo>
                    <a:pt x="10173781" y="685799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3671" y="5982890"/>
              <a:ext cx="150018" cy="15001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144587" y="5930899"/>
            <a:ext cx="790194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latin typeface="Tahoma"/>
                <a:cs typeface="Tahoma"/>
              </a:rPr>
              <a:t>The</a:t>
            </a:r>
            <a:r>
              <a:rPr sz="1350" spc="-135" dirty="0">
                <a:latin typeface="Tahoma"/>
                <a:cs typeface="Tahoma"/>
              </a:rPr>
              <a:t> </a:t>
            </a:r>
            <a:r>
              <a:rPr sz="1350" spc="-50" dirty="0">
                <a:latin typeface="Tahoma"/>
                <a:cs typeface="Tahoma"/>
              </a:rPr>
              <a:t>AI</a:t>
            </a:r>
            <a:r>
              <a:rPr sz="1350" spc="-65" dirty="0">
                <a:latin typeface="Tahoma"/>
                <a:cs typeface="Tahoma"/>
              </a:rPr>
              <a:t> </a:t>
            </a:r>
            <a:r>
              <a:rPr sz="1350" spc="-10" dirty="0">
                <a:latin typeface="Tahoma"/>
                <a:cs typeface="Tahoma"/>
              </a:rPr>
              <a:t>works</a:t>
            </a:r>
            <a:r>
              <a:rPr sz="1350" spc="-65" dirty="0">
                <a:latin typeface="Tahoma"/>
                <a:cs typeface="Tahoma"/>
              </a:rPr>
              <a:t> </a:t>
            </a:r>
            <a:r>
              <a:rPr sz="1350" dirty="0">
                <a:latin typeface="Tahoma"/>
                <a:cs typeface="Tahoma"/>
              </a:rPr>
              <a:t>through</a:t>
            </a:r>
            <a:r>
              <a:rPr sz="1350" spc="-60" dirty="0">
                <a:latin typeface="Tahoma"/>
                <a:cs typeface="Tahoma"/>
              </a:rPr>
              <a:t> </a:t>
            </a:r>
            <a:r>
              <a:rPr sz="1350" dirty="0">
                <a:latin typeface="Tahoma"/>
                <a:cs typeface="Tahoma"/>
              </a:rPr>
              <a:t>every</a:t>
            </a:r>
            <a:r>
              <a:rPr sz="1350" spc="-65" dirty="0">
                <a:latin typeface="Tahoma"/>
                <a:cs typeface="Tahoma"/>
              </a:rPr>
              <a:t> </a:t>
            </a:r>
            <a:r>
              <a:rPr sz="1350" dirty="0">
                <a:latin typeface="Tahoma"/>
                <a:cs typeface="Tahoma"/>
              </a:rPr>
              <a:t>step</a:t>
            </a:r>
            <a:r>
              <a:rPr sz="1350" spc="-65" dirty="0">
                <a:latin typeface="Tahoma"/>
                <a:cs typeface="Tahoma"/>
              </a:rPr>
              <a:t> </a:t>
            </a:r>
            <a:r>
              <a:rPr sz="1350" spc="-10" dirty="0">
                <a:latin typeface="Tahoma"/>
                <a:cs typeface="Tahoma"/>
              </a:rPr>
              <a:t>on</a:t>
            </a:r>
            <a:r>
              <a:rPr sz="1350" spc="-60" dirty="0">
                <a:latin typeface="Tahoma"/>
                <a:cs typeface="Tahoma"/>
              </a:rPr>
              <a:t> </a:t>
            </a:r>
            <a:r>
              <a:rPr sz="1350" dirty="0">
                <a:latin typeface="Tahoma"/>
                <a:cs typeface="Tahoma"/>
              </a:rPr>
              <a:t>its</a:t>
            </a:r>
            <a:r>
              <a:rPr sz="1350" spc="-65" dirty="0">
                <a:latin typeface="Tahoma"/>
                <a:cs typeface="Tahoma"/>
              </a:rPr>
              <a:t> </a:t>
            </a:r>
            <a:r>
              <a:rPr sz="1350" spc="-25" dirty="0">
                <a:latin typeface="Tahoma"/>
                <a:cs typeface="Tahoma"/>
              </a:rPr>
              <a:t>own</a:t>
            </a:r>
            <a:r>
              <a:rPr sz="1350" spc="-65" dirty="0">
                <a:latin typeface="Tahoma"/>
                <a:cs typeface="Tahoma"/>
              </a:rPr>
              <a:t> </a:t>
            </a:r>
            <a:r>
              <a:rPr sz="1350" spc="-430" dirty="0">
                <a:latin typeface="Tahoma"/>
                <a:cs typeface="Tahoma"/>
              </a:rPr>
              <a:t>—</a:t>
            </a:r>
            <a:r>
              <a:rPr sz="1350" spc="-60" dirty="0">
                <a:latin typeface="Tahoma"/>
                <a:cs typeface="Tahoma"/>
              </a:rPr>
              <a:t> </a:t>
            </a:r>
            <a:r>
              <a:rPr sz="1350" dirty="0">
                <a:latin typeface="Tahoma"/>
                <a:cs typeface="Tahoma"/>
              </a:rPr>
              <a:t>but</a:t>
            </a:r>
            <a:r>
              <a:rPr sz="1350" spc="-65" dirty="0">
                <a:latin typeface="Tahoma"/>
                <a:cs typeface="Tahoma"/>
              </a:rPr>
              <a:t> </a:t>
            </a:r>
            <a:r>
              <a:rPr sz="1350" dirty="0">
                <a:latin typeface="Tahoma"/>
                <a:cs typeface="Tahoma"/>
              </a:rPr>
              <a:t>it</a:t>
            </a:r>
            <a:r>
              <a:rPr sz="1350" spc="-65" dirty="0">
                <a:latin typeface="Tahoma"/>
                <a:cs typeface="Tahoma"/>
              </a:rPr>
              <a:t> </a:t>
            </a:r>
            <a:r>
              <a:rPr sz="1350" dirty="0">
                <a:latin typeface="Tahoma"/>
                <a:cs typeface="Tahoma"/>
              </a:rPr>
              <a:t>checks</a:t>
            </a:r>
            <a:r>
              <a:rPr sz="1350" spc="-65" dirty="0">
                <a:latin typeface="Tahoma"/>
                <a:cs typeface="Tahoma"/>
              </a:rPr>
              <a:t> </a:t>
            </a:r>
            <a:r>
              <a:rPr sz="1350" spc="-10" dirty="0">
                <a:latin typeface="Tahoma"/>
                <a:cs typeface="Tahoma"/>
              </a:rPr>
              <a:t>with</a:t>
            </a:r>
            <a:r>
              <a:rPr sz="1350" spc="-60" dirty="0">
                <a:latin typeface="Tahoma"/>
                <a:cs typeface="Tahoma"/>
              </a:rPr>
              <a:t> </a:t>
            </a:r>
            <a:r>
              <a:rPr sz="1350" dirty="0">
                <a:latin typeface="Tahoma"/>
                <a:cs typeface="Tahoma"/>
              </a:rPr>
              <a:t>the</a:t>
            </a:r>
            <a:r>
              <a:rPr sz="1350" spc="-65" dirty="0">
                <a:latin typeface="Tahoma"/>
                <a:cs typeface="Tahoma"/>
              </a:rPr>
              <a:t> </a:t>
            </a:r>
            <a:r>
              <a:rPr sz="1350" dirty="0">
                <a:latin typeface="Tahoma"/>
                <a:cs typeface="Tahoma"/>
              </a:rPr>
              <a:t>user</a:t>
            </a:r>
            <a:r>
              <a:rPr sz="1350" spc="-65" dirty="0">
                <a:latin typeface="Tahoma"/>
                <a:cs typeface="Tahoma"/>
              </a:rPr>
              <a:t> </a:t>
            </a:r>
            <a:r>
              <a:rPr sz="1350" spc="-10" dirty="0">
                <a:latin typeface="Tahoma"/>
                <a:cs typeface="Tahoma"/>
              </a:rPr>
              <a:t>before</a:t>
            </a:r>
            <a:r>
              <a:rPr sz="1350" spc="-60" dirty="0">
                <a:latin typeface="Tahoma"/>
                <a:cs typeface="Tahoma"/>
              </a:rPr>
              <a:t> </a:t>
            </a:r>
            <a:r>
              <a:rPr sz="1350" dirty="0">
                <a:latin typeface="Tahoma"/>
                <a:cs typeface="Tahoma"/>
              </a:rPr>
              <a:t>taking</a:t>
            </a:r>
            <a:r>
              <a:rPr sz="1350" spc="-65" dirty="0">
                <a:latin typeface="Tahoma"/>
                <a:cs typeface="Tahoma"/>
              </a:rPr>
              <a:t> </a:t>
            </a:r>
            <a:r>
              <a:rPr sz="1350" dirty="0">
                <a:latin typeface="Tahoma"/>
                <a:cs typeface="Tahoma"/>
              </a:rPr>
              <a:t>important</a:t>
            </a:r>
            <a:r>
              <a:rPr sz="1350" spc="-65" dirty="0">
                <a:latin typeface="Tahoma"/>
                <a:cs typeface="Tahoma"/>
              </a:rPr>
              <a:t> </a:t>
            </a:r>
            <a:r>
              <a:rPr sz="1350" spc="-10" dirty="0">
                <a:latin typeface="Tahoma"/>
                <a:cs typeface="Tahoma"/>
              </a:rPr>
              <a:t>actions.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791325"/>
          </a:xfrm>
          <a:custGeom>
            <a:avLst/>
            <a:gdLst/>
            <a:ahLst/>
            <a:cxnLst/>
            <a:rect l="l" t="t" r="r" b="b"/>
            <a:pathLst>
              <a:path w="11430000" h="6791325">
                <a:moveTo>
                  <a:pt x="11429999" y="6791324"/>
                </a:moveTo>
                <a:lnTo>
                  <a:pt x="0" y="6791324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791324"/>
                </a:lnTo>
                <a:close/>
              </a:path>
            </a:pathLst>
          </a:custGeom>
          <a:solidFill>
            <a:srgbClr val="FFFD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7374" y="444500"/>
            <a:ext cx="7413625" cy="53155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b="0" spc="200" dirty="0">
                <a:latin typeface="SimSun-ExtB"/>
                <a:cs typeface="SimSun-ExtB"/>
              </a:rPr>
              <a:t>Advantages of Agentic AI</a:t>
            </a:r>
            <a:endParaRPr b="0" spc="165" dirty="0">
              <a:latin typeface="SimSun-ExtB"/>
              <a:cs typeface="SimSun-ExtB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587" y="1487487"/>
            <a:ext cx="3963670" cy="9601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270" dirty="0">
                <a:solidFill>
                  <a:srgbClr val="3B4E4E"/>
                </a:solidFill>
                <a:latin typeface="SimSun-ExtB"/>
                <a:cs typeface="SimSun-ExtB"/>
              </a:rPr>
              <a:t>Saves</a:t>
            </a:r>
            <a:r>
              <a:rPr sz="1650" spc="-420" dirty="0">
                <a:solidFill>
                  <a:srgbClr val="3B4E4E"/>
                </a:solidFill>
                <a:latin typeface="SimSun-ExtB"/>
                <a:cs typeface="SimSun-ExtB"/>
              </a:rPr>
              <a:t> </a:t>
            </a:r>
            <a:r>
              <a:rPr sz="1650" spc="204" dirty="0">
                <a:solidFill>
                  <a:srgbClr val="3B4E4E"/>
                </a:solidFill>
                <a:latin typeface="SimSun-ExtB"/>
                <a:cs typeface="SimSun-ExtB"/>
              </a:rPr>
              <a:t>time</a:t>
            </a:r>
            <a:endParaRPr sz="1650">
              <a:latin typeface="SimSun-ExtB"/>
              <a:cs typeface="SimSun-ExtB"/>
            </a:endParaRPr>
          </a:p>
          <a:p>
            <a:pPr marL="12700" marR="5080">
              <a:lnSpc>
                <a:spcPct val="134300"/>
              </a:lnSpc>
              <a:spcBef>
                <a:spcPts val="990"/>
              </a:spcBef>
            </a:pP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Automates</a:t>
            </a:r>
            <a:r>
              <a:rPr sz="1350" spc="-4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multi-step</a:t>
            </a:r>
            <a:r>
              <a:rPr sz="1350" spc="-4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tasks</a:t>
            </a:r>
            <a:r>
              <a:rPr sz="1350" spc="-4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that</a:t>
            </a:r>
            <a:r>
              <a:rPr sz="1350" spc="-4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would</a:t>
            </a:r>
            <a:r>
              <a:rPr sz="1350" spc="-4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take</a:t>
            </a:r>
            <a:r>
              <a:rPr sz="1350" spc="-4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humans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much</a:t>
            </a:r>
            <a:r>
              <a:rPr sz="1350" spc="-9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longer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4587" y="2878137"/>
            <a:ext cx="4029075" cy="683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360" dirty="0">
                <a:solidFill>
                  <a:srgbClr val="3B4E4E"/>
                </a:solidFill>
                <a:latin typeface="SimSun-ExtB"/>
                <a:cs typeface="SimSun-ExtB"/>
              </a:rPr>
              <a:t>Works</a:t>
            </a:r>
            <a:r>
              <a:rPr sz="1650" spc="-400" dirty="0">
                <a:solidFill>
                  <a:srgbClr val="3B4E4E"/>
                </a:solidFill>
                <a:latin typeface="SimSun-ExtB"/>
                <a:cs typeface="SimSun-ExtB"/>
              </a:rPr>
              <a:t> </a:t>
            </a:r>
            <a:r>
              <a:rPr sz="1650" spc="150" dirty="0">
                <a:solidFill>
                  <a:srgbClr val="3B4E4E"/>
                </a:solidFill>
                <a:latin typeface="SimSun-ExtB"/>
                <a:cs typeface="SimSun-ExtB"/>
              </a:rPr>
              <a:t>continuously</a:t>
            </a:r>
            <a:endParaRPr sz="165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Can</a:t>
            </a:r>
            <a:r>
              <a:rPr sz="1350" spc="-6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run</a:t>
            </a:r>
            <a:r>
              <a:rPr sz="1350" spc="-6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3B4E4E"/>
                </a:solidFill>
                <a:latin typeface="Tahoma"/>
                <a:cs typeface="Tahoma"/>
              </a:rPr>
              <a:t>24/7</a:t>
            </a:r>
            <a:r>
              <a:rPr sz="1350" spc="-13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without</a:t>
            </a:r>
            <a:r>
              <a:rPr sz="1350" spc="-6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getting</a:t>
            </a:r>
            <a:r>
              <a:rPr sz="1350" spc="-6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tired</a:t>
            </a:r>
            <a:r>
              <a:rPr sz="1350" spc="-6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or</a:t>
            </a:r>
            <a:r>
              <a:rPr sz="1350" spc="-6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needing</a:t>
            </a:r>
            <a:r>
              <a:rPr sz="1350" spc="-6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breaks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4587" y="3992562"/>
            <a:ext cx="4360545" cy="20745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270" dirty="0">
                <a:solidFill>
                  <a:srgbClr val="3B4E4E"/>
                </a:solidFill>
                <a:latin typeface="SimSun-ExtB"/>
                <a:cs typeface="SimSun-ExtB"/>
              </a:rPr>
              <a:t>Handles</a:t>
            </a:r>
            <a:r>
              <a:rPr sz="1650" spc="-405" dirty="0">
                <a:solidFill>
                  <a:srgbClr val="3B4E4E"/>
                </a:solidFill>
                <a:latin typeface="SimSun-ExtB"/>
                <a:cs typeface="SimSun-ExtB"/>
              </a:rPr>
              <a:t> </a:t>
            </a:r>
            <a:r>
              <a:rPr sz="1650" spc="200" dirty="0">
                <a:solidFill>
                  <a:srgbClr val="3B4E4E"/>
                </a:solidFill>
                <a:latin typeface="SimSun-ExtB"/>
                <a:cs typeface="SimSun-ExtB"/>
              </a:rPr>
              <a:t>complexity</a:t>
            </a:r>
            <a:endParaRPr sz="165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Uses</a:t>
            </a:r>
            <a:r>
              <a:rPr sz="1350" spc="-7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different</a:t>
            </a:r>
            <a:r>
              <a:rPr sz="1350" spc="-6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tools</a:t>
            </a:r>
            <a:r>
              <a:rPr sz="1350" spc="-6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and</a:t>
            </a:r>
            <a:r>
              <a:rPr sz="1350" spc="-6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resources</a:t>
            </a:r>
            <a:r>
              <a:rPr sz="1350" spc="-7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to</a:t>
            </a:r>
            <a:r>
              <a:rPr sz="1350" spc="-6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solve</a:t>
            </a:r>
            <a:r>
              <a:rPr sz="1350" spc="-6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hard</a:t>
            </a:r>
            <a:r>
              <a:rPr sz="1350" spc="-6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problems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650" spc="340" dirty="0">
                <a:solidFill>
                  <a:srgbClr val="3B4E4E"/>
                </a:solidFill>
                <a:latin typeface="SimSun-ExtB"/>
                <a:cs typeface="SimSun-ExtB"/>
              </a:rPr>
              <a:t>Reduces</a:t>
            </a:r>
            <a:r>
              <a:rPr sz="1650" spc="-400" dirty="0">
                <a:solidFill>
                  <a:srgbClr val="3B4E4E"/>
                </a:solidFill>
                <a:latin typeface="SimSun-ExtB"/>
                <a:cs typeface="SimSun-ExtB"/>
              </a:rPr>
              <a:t> </a:t>
            </a:r>
            <a:r>
              <a:rPr sz="1650" spc="355" dirty="0">
                <a:solidFill>
                  <a:srgbClr val="3B4E4E"/>
                </a:solidFill>
                <a:latin typeface="SimSun-ExtB"/>
                <a:cs typeface="SimSun-ExtB"/>
              </a:rPr>
              <a:t>manual</a:t>
            </a:r>
            <a:r>
              <a:rPr sz="1650" spc="-400" dirty="0">
                <a:solidFill>
                  <a:srgbClr val="3B4E4E"/>
                </a:solidFill>
                <a:latin typeface="SimSun-ExtB"/>
                <a:cs typeface="SimSun-ExtB"/>
              </a:rPr>
              <a:t> </a:t>
            </a:r>
            <a:r>
              <a:rPr sz="1650" spc="-10" dirty="0">
                <a:solidFill>
                  <a:srgbClr val="3B4E4E"/>
                </a:solidFill>
                <a:latin typeface="SimSun-ExtB"/>
                <a:cs typeface="SimSun-ExtB"/>
              </a:rPr>
              <a:t>effort</a:t>
            </a:r>
            <a:endParaRPr sz="1650">
              <a:latin typeface="SimSun-ExtB"/>
              <a:cs typeface="SimSun-ExtB"/>
            </a:endParaRPr>
          </a:p>
          <a:p>
            <a:pPr marL="12700" marR="158750">
              <a:lnSpc>
                <a:spcPct val="129600"/>
              </a:lnSpc>
              <a:spcBef>
                <a:spcPts val="1140"/>
              </a:spcBef>
            </a:pPr>
            <a:r>
              <a:rPr sz="1350" spc="-35" dirty="0">
                <a:solidFill>
                  <a:srgbClr val="3B4E4E"/>
                </a:solidFill>
                <a:latin typeface="Tahoma"/>
                <a:cs typeface="Tahoma"/>
              </a:rPr>
              <a:t>Takes</a:t>
            </a:r>
            <a:r>
              <a:rPr sz="1350" spc="-8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over</a:t>
            </a:r>
            <a:r>
              <a:rPr sz="135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repetitive</a:t>
            </a:r>
            <a:r>
              <a:rPr sz="135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work</a:t>
            </a:r>
            <a:r>
              <a:rPr sz="135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so</a:t>
            </a:r>
            <a:r>
              <a:rPr sz="135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people</a:t>
            </a:r>
            <a:r>
              <a:rPr sz="135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can</a:t>
            </a:r>
            <a:r>
              <a:rPr sz="135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focus</a:t>
            </a:r>
            <a:r>
              <a:rPr sz="135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on</a:t>
            </a:r>
            <a:r>
              <a:rPr sz="135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other things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934073" y="1457324"/>
            <a:ext cx="2362200" cy="904875"/>
            <a:chOff x="5934073" y="1457324"/>
            <a:chExt cx="2362200" cy="904875"/>
          </a:xfrm>
        </p:grpSpPr>
        <p:sp>
          <p:nvSpPr>
            <p:cNvPr id="8" name="object 8"/>
            <p:cNvSpPr/>
            <p:nvPr/>
          </p:nvSpPr>
          <p:spPr>
            <a:xfrm>
              <a:off x="5938836" y="1462087"/>
              <a:ext cx="2352675" cy="895350"/>
            </a:xfrm>
            <a:custGeom>
              <a:avLst/>
              <a:gdLst/>
              <a:ahLst/>
              <a:cxnLst/>
              <a:rect l="l" t="t" r="r" b="b"/>
              <a:pathLst>
                <a:path w="2352675" h="895350">
                  <a:moveTo>
                    <a:pt x="2301057" y="895349"/>
                  </a:moveTo>
                  <a:lnTo>
                    <a:pt x="51617" y="895349"/>
                  </a:lnTo>
                  <a:lnTo>
                    <a:pt x="48024" y="894995"/>
                  </a:lnTo>
                  <a:lnTo>
                    <a:pt x="13615" y="876603"/>
                  </a:lnTo>
                  <a:lnTo>
                    <a:pt x="0" y="843732"/>
                  </a:lnTo>
                  <a:lnTo>
                    <a:pt x="0" y="840104"/>
                  </a:lnTo>
                  <a:lnTo>
                    <a:pt x="0" y="51617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2301057" y="0"/>
                  </a:lnTo>
                  <a:lnTo>
                    <a:pt x="2339059" y="18745"/>
                  </a:lnTo>
                  <a:lnTo>
                    <a:pt x="2352674" y="51617"/>
                  </a:lnTo>
                  <a:lnTo>
                    <a:pt x="2352674" y="843732"/>
                  </a:lnTo>
                  <a:lnTo>
                    <a:pt x="2333927" y="881733"/>
                  </a:lnTo>
                  <a:lnTo>
                    <a:pt x="2304649" y="894995"/>
                  </a:lnTo>
                  <a:lnTo>
                    <a:pt x="2301057" y="895349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38836" y="1462087"/>
              <a:ext cx="2352675" cy="895350"/>
            </a:xfrm>
            <a:custGeom>
              <a:avLst/>
              <a:gdLst/>
              <a:ahLst/>
              <a:cxnLst/>
              <a:rect l="l" t="t" r="r" b="b"/>
              <a:pathLst>
                <a:path w="2352675" h="895350">
                  <a:moveTo>
                    <a:pt x="0" y="840104"/>
                  </a:moveTo>
                  <a:lnTo>
                    <a:pt x="0" y="55245"/>
                  </a:lnTo>
                  <a:lnTo>
                    <a:pt x="0" y="51617"/>
                  </a:lnTo>
                  <a:lnTo>
                    <a:pt x="354" y="48024"/>
                  </a:lnTo>
                  <a:lnTo>
                    <a:pt x="1062" y="44467"/>
                  </a:lnTo>
                  <a:lnTo>
                    <a:pt x="1769" y="40909"/>
                  </a:lnTo>
                  <a:lnTo>
                    <a:pt x="2817" y="37454"/>
                  </a:lnTo>
                  <a:lnTo>
                    <a:pt x="4205" y="34103"/>
                  </a:lnTo>
                  <a:lnTo>
                    <a:pt x="5593" y="30752"/>
                  </a:lnTo>
                  <a:lnTo>
                    <a:pt x="7295" y="27568"/>
                  </a:lnTo>
                  <a:lnTo>
                    <a:pt x="9310" y="24552"/>
                  </a:lnTo>
                  <a:lnTo>
                    <a:pt x="11326" y="21536"/>
                  </a:lnTo>
                  <a:lnTo>
                    <a:pt x="13616" y="18745"/>
                  </a:lnTo>
                  <a:lnTo>
                    <a:pt x="16181" y="16180"/>
                  </a:lnTo>
                  <a:lnTo>
                    <a:pt x="18745" y="13615"/>
                  </a:lnTo>
                  <a:lnTo>
                    <a:pt x="21536" y="11325"/>
                  </a:lnTo>
                  <a:lnTo>
                    <a:pt x="24552" y="9310"/>
                  </a:lnTo>
                  <a:lnTo>
                    <a:pt x="27568" y="7294"/>
                  </a:lnTo>
                  <a:lnTo>
                    <a:pt x="44467" y="1061"/>
                  </a:lnTo>
                  <a:lnTo>
                    <a:pt x="48024" y="353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2297430" y="0"/>
                  </a:lnTo>
                  <a:lnTo>
                    <a:pt x="2301057" y="0"/>
                  </a:lnTo>
                  <a:lnTo>
                    <a:pt x="2304649" y="353"/>
                  </a:lnTo>
                  <a:lnTo>
                    <a:pt x="2308207" y="1061"/>
                  </a:lnTo>
                  <a:lnTo>
                    <a:pt x="2311765" y="1769"/>
                  </a:lnTo>
                  <a:lnTo>
                    <a:pt x="2315219" y="2816"/>
                  </a:lnTo>
                  <a:lnTo>
                    <a:pt x="2318570" y="4205"/>
                  </a:lnTo>
                  <a:lnTo>
                    <a:pt x="2321922" y="5593"/>
                  </a:lnTo>
                  <a:lnTo>
                    <a:pt x="2336494" y="16180"/>
                  </a:lnTo>
                  <a:lnTo>
                    <a:pt x="2339059" y="18745"/>
                  </a:lnTo>
                  <a:lnTo>
                    <a:pt x="2341349" y="21536"/>
                  </a:lnTo>
                  <a:lnTo>
                    <a:pt x="2343364" y="24552"/>
                  </a:lnTo>
                  <a:lnTo>
                    <a:pt x="2345379" y="27568"/>
                  </a:lnTo>
                  <a:lnTo>
                    <a:pt x="2347081" y="30752"/>
                  </a:lnTo>
                  <a:lnTo>
                    <a:pt x="2348469" y="34103"/>
                  </a:lnTo>
                  <a:lnTo>
                    <a:pt x="2349856" y="37454"/>
                  </a:lnTo>
                  <a:lnTo>
                    <a:pt x="2352675" y="55245"/>
                  </a:lnTo>
                  <a:lnTo>
                    <a:pt x="2352675" y="840104"/>
                  </a:lnTo>
                  <a:lnTo>
                    <a:pt x="2343363" y="870797"/>
                  </a:lnTo>
                  <a:lnTo>
                    <a:pt x="2341348" y="873813"/>
                  </a:lnTo>
                  <a:lnTo>
                    <a:pt x="2318569" y="891144"/>
                  </a:lnTo>
                  <a:lnTo>
                    <a:pt x="2315218" y="892532"/>
                  </a:lnTo>
                  <a:lnTo>
                    <a:pt x="2311764" y="893580"/>
                  </a:lnTo>
                  <a:lnTo>
                    <a:pt x="2308207" y="894288"/>
                  </a:lnTo>
                  <a:lnTo>
                    <a:pt x="2304649" y="894995"/>
                  </a:lnTo>
                  <a:lnTo>
                    <a:pt x="2301057" y="895349"/>
                  </a:lnTo>
                  <a:lnTo>
                    <a:pt x="2297430" y="895349"/>
                  </a:lnTo>
                  <a:lnTo>
                    <a:pt x="55245" y="895349"/>
                  </a:lnTo>
                  <a:lnTo>
                    <a:pt x="51617" y="895349"/>
                  </a:lnTo>
                  <a:lnTo>
                    <a:pt x="48024" y="894995"/>
                  </a:lnTo>
                  <a:lnTo>
                    <a:pt x="44467" y="894288"/>
                  </a:lnTo>
                  <a:lnTo>
                    <a:pt x="40909" y="893580"/>
                  </a:lnTo>
                  <a:lnTo>
                    <a:pt x="16180" y="879168"/>
                  </a:lnTo>
                  <a:lnTo>
                    <a:pt x="13615" y="876603"/>
                  </a:lnTo>
                  <a:lnTo>
                    <a:pt x="11325" y="873813"/>
                  </a:lnTo>
                  <a:lnTo>
                    <a:pt x="9309" y="870797"/>
                  </a:lnTo>
                  <a:lnTo>
                    <a:pt x="7294" y="867781"/>
                  </a:lnTo>
                  <a:lnTo>
                    <a:pt x="5592" y="864597"/>
                  </a:lnTo>
                  <a:lnTo>
                    <a:pt x="4205" y="861246"/>
                  </a:lnTo>
                  <a:lnTo>
                    <a:pt x="2816" y="857894"/>
                  </a:lnTo>
                  <a:lnTo>
                    <a:pt x="1769" y="854440"/>
                  </a:lnTo>
                  <a:lnTo>
                    <a:pt x="1061" y="850882"/>
                  </a:lnTo>
                  <a:lnTo>
                    <a:pt x="354" y="847324"/>
                  </a:lnTo>
                  <a:lnTo>
                    <a:pt x="0" y="843732"/>
                  </a:lnTo>
                  <a:lnTo>
                    <a:pt x="0" y="840104"/>
                  </a:lnTo>
                  <a:close/>
                </a:path>
              </a:pathLst>
            </a:custGeom>
            <a:ln w="9524">
              <a:solidFill>
                <a:srgbClr val="C2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101903" y="1582746"/>
            <a:ext cx="1687830" cy="5873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75"/>
              </a:spcBef>
            </a:pPr>
            <a:r>
              <a:rPr sz="1950" spc="260" dirty="0">
                <a:latin typeface="Segoe UI Symbol"/>
                <a:cs typeface="Segoe UI Symbol"/>
              </a:rPr>
              <a:t>⏱</a:t>
            </a:r>
            <a:r>
              <a:rPr sz="1950" spc="-60" dirty="0">
                <a:latin typeface="Segoe UI Symbol"/>
                <a:cs typeface="Segoe UI Symbol"/>
              </a:rPr>
              <a:t> </a:t>
            </a:r>
            <a:r>
              <a:rPr sz="1650" spc="150" dirty="0">
                <a:solidFill>
                  <a:srgbClr val="3B4E4E"/>
                </a:solidFill>
                <a:latin typeface="SimSun-ExtB"/>
                <a:cs typeface="SimSun-ExtB"/>
              </a:rPr>
              <a:t>Faster</a:t>
            </a:r>
            <a:r>
              <a:rPr sz="1650" spc="-484" dirty="0">
                <a:solidFill>
                  <a:srgbClr val="3B4E4E"/>
                </a:solidFill>
                <a:latin typeface="SimSun-ExtB"/>
                <a:cs typeface="SimSun-ExtB"/>
              </a:rPr>
              <a:t> </a:t>
            </a:r>
            <a:r>
              <a:rPr sz="1650" spc="235" dirty="0">
                <a:solidFill>
                  <a:srgbClr val="3B4E4E"/>
                </a:solidFill>
                <a:latin typeface="SimSun-ExtB"/>
                <a:cs typeface="SimSun-ExtB"/>
              </a:rPr>
              <a:t>Task </a:t>
            </a:r>
            <a:r>
              <a:rPr sz="1650" spc="254" dirty="0">
                <a:solidFill>
                  <a:srgbClr val="3B4E4E"/>
                </a:solidFill>
                <a:latin typeface="SimSun-ExtB"/>
                <a:cs typeface="SimSun-ExtB"/>
              </a:rPr>
              <a:t>Completion</a:t>
            </a:r>
            <a:endParaRPr sz="1650">
              <a:latin typeface="SimSun-ExtB"/>
              <a:cs typeface="SimSun-ExtB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467723" y="1457324"/>
            <a:ext cx="2371725" cy="904875"/>
            <a:chOff x="8467723" y="1457324"/>
            <a:chExt cx="2371725" cy="904875"/>
          </a:xfrm>
        </p:grpSpPr>
        <p:sp>
          <p:nvSpPr>
            <p:cNvPr id="12" name="object 12"/>
            <p:cNvSpPr/>
            <p:nvPr/>
          </p:nvSpPr>
          <p:spPr>
            <a:xfrm>
              <a:off x="8472485" y="1462087"/>
              <a:ext cx="2362200" cy="895350"/>
            </a:xfrm>
            <a:custGeom>
              <a:avLst/>
              <a:gdLst/>
              <a:ahLst/>
              <a:cxnLst/>
              <a:rect l="l" t="t" r="r" b="b"/>
              <a:pathLst>
                <a:path w="2362200" h="895350">
                  <a:moveTo>
                    <a:pt x="2310582" y="895349"/>
                  </a:moveTo>
                  <a:lnTo>
                    <a:pt x="51617" y="895349"/>
                  </a:lnTo>
                  <a:lnTo>
                    <a:pt x="48024" y="894995"/>
                  </a:lnTo>
                  <a:lnTo>
                    <a:pt x="13615" y="876603"/>
                  </a:lnTo>
                  <a:lnTo>
                    <a:pt x="0" y="843732"/>
                  </a:lnTo>
                  <a:lnTo>
                    <a:pt x="0" y="840104"/>
                  </a:lnTo>
                  <a:lnTo>
                    <a:pt x="0" y="51617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2310582" y="0"/>
                  </a:lnTo>
                  <a:lnTo>
                    <a:pt x="2348582" y="18745"/>
                  </a:lnTo>
                  <a:lnTo>
                    <a:pt x="2362200" y="51617"/>
                  </a:lnTo>
                  <a:lnTo>
                    <a:pt x="2362200" y="843732"/>
                  </a:lnTo>
                  <a:lnTo>
                    <a:pt x="2343453" y="881733"/>
                  </a:lnTo>
                  <a:lnTo>
                    <a:pt x="2314174" y="894995"/>
                  </a:lnTo>
                  <a:lnTo>
                    <a:pt x="2310582" y="895349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472485" y="1462087"/>
              <a:ext cx="2362200" cy="895350"/>
            </a:xfrm>
            <a:custGeom>
              <a:avLst/>
              <a:gdLst/>
              <a:ahLst/>
              <a:cxnLst/>
              <a:rect l="l" t="t" r="r" b="b"/>
              <a:pathLst>
                <a:path w="2362200" h="895350">
                  <a:moveTo>
                    <a:pt x="0" y="840104"/>
                  </a:moveTo>
                  <a:lnTo>
                    <a:pt x="0" y="55245"/>
                  </a:lnTo>
                  <a:lnTo>
                    <a:pt x="0" y="51617"/>
                  </a:lnTo>
                  <a:lnTo>
                    <a:pt x="354" y="48024"/>
                  </a:lnTo>
                  <a:lnTo>
                    <a:pt x="1061" y="44467"/>
                  </a:lnTo>
                  <a:lnTo>
                    <a:pt x="1768" y="40909"/>
                  </a:lnTo>
                  <a:lnTo>
                    <a:pt x="2816" y="37454"/>
                  </a:lnTo>
                  <a:lnTo>
                    <a:pt x="4204" y="34103"/>
                  </a:lnTo>
                  <a:lnTo>
                    <a:pt x="5592" y="30752"/>
                  </a:lnTo>
                  <a:lnTo>
                    <a:pt x="7294" y="27568"/>
                  </a:lnTo>
                  <a:lnTo>
                    <a:pt x="9309" y="24552"/>
                  </a:lnTo>
                  <a:lnTo>
                    <a:pt x="11325" y="21536"/>
                  </a:lnTo>
                  <a:lnTo>
                    <a:pt x="13615" y="18745"/>
                  </a:lnTo>
                  <a:lnTo>
                    <a:pt x="16180" y="16180"/>
                  </a:lnTo>
                  <a:lnTo>
                    <a:pt x="18745" y="13615"/>
                  </a:lnTo>
                  <a:lnTo>
                    <a:pt x="21535" y="11325"/>
                  </a:lnTo>
                  <a:lnTo>
                    <a:pt x="24552" y="9310"/>
                  </a:lnTo>
                  <a:lnTo>
                    <a:pt x="27568" y="7294"/>
                  </a:lnTo>
                  <a:lnTo>
                    <a:pt x="30751" y="5593"/>
                  </a:lnTo>
                  <a:lnTo>
                    <a:pt x="34103" y="4205"/>
                  </a:lnTo>
                  <a:lnTo>
                    <a:pt x="37454" y="2816"/>
                  </a:lnTo>
                  <a:lnTo>
                    <a:pt x="40909" y="1769"/>
                  </a:lnTo>
                  <a:lnTo>
                    <a:pt x="44467" y="1061"/>
                  </a:lnTo>
                  <a:lnTo>
                    <a:pt x="48024" y="353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2306954" y="0"/>
                  </a:lnTo>
                  <a:lnTo>
                    <a:pt x="2310582" y="0"/>
                  </a:lnTo>
                  <a:lnTo>
                    <a:pt x="2314175" y="353"/>
                  </a:lnTo>
                  <a:lnTo>
                    <a:pt x="2317732" y="1061"/>
                  </a:lnTo>
                  <a:lnTo>
                    <a:pt x="2321288" y="1769"/>
                  </a:lnTo>
                  <a:lnTo>
                    <a:pt x="2324743" y="2816"/>
                  </a:lnTo>
                  <a:lnTo>
                    <a:pt x="2328094" y="4205"/>
                  </a:lnTo>
                  <a:lnTo>
                    <a:pt x="2331446" y="5593"/>
                  </a:lnTo>
                  <a:lnTo>
                    <a:pt x="2334629" y="7294"/>
                  </a:lnTo>
                  <a:lnTo>
                    <a:pt x="2337646" y="9310"/>
                  </a:lnTo>
                  <a:lnTo>
                    <a:pt x="2340663" y="11325"/>
                  </a:lnTo>
                  <a:lnTo>
                    <a:pt x="2343453" y="13615"/>
                  </a:lnTo>
                  <a:lnTo>
                    <a:pt x="2346017" y="16180"/>
                  </a:lnTo>
                  <a:lnTo>
                    <a:pt x="2348582" y="18745"/>
                  </a:lnTo>
                  <a:lnTo>
                    <a:pt x="2350872" y="21536"/>
                  </a:lnTo>
                  <a:lnTo>
                    <a:pt x="2352887" y="24552"/>
                  </a:lnTo>
                  <a:lnTo>
                    <a:pt x="2354903" y="27568"/>
                  </a:lnTo>
                  <a:lnTo>
                    <a:pt x="2356605" y="30752"/>
                  </a:lnTo>
                  <a:lnTo>
                    <a:pt x="2357993" y="34103"/>
                  </a:lnTo>
                  <a:lnTo>
                    <a:pt x="2359381" y="37454"/>
                  </a:lnTo>
                  <a:lnTo>
                    <a:pt x="2360429" y="40909"/>
                  </a:lnTo>
                  <a:lnTo>
                    <a:pt x="2361137" y="44467"/>
                  </a:lnTo>
                  <a:lnTo>
                    <a:pt x="2361845" y="48024"/>
                  </a:lnTo>
                  <a:lnTo>
                    <a:pt x="2362200" y="51617"/>
                  </a:lnTo>
                  <a:lnTo>
                    <a:pt x="2362200" y="55245"/>
                  </a:lnTo>
                  <a:lnTo>
                    <a:pt x="2362200" y="840104"/>
                  </a:lnTo>
                  <a:lnTo>
                    <a:pt x="2362200" y="843732"/>
                  </a:lnTo>
                  <a:lnTo>
                    <a:pt x="2361845" y="847324"/>
                  </a:lnTo>
                  <a:lnTo>
                    <a:pt x="2361137" y="850882"/>
                  </a:lnTo>
                  <a:lnTo>
                    <a:pt x="2360429" y="854440"/>
                  </a:lnTo>
                  <a:lnTo>
                    <a:pt x="2359381" y="857894"/>
                  </a:lnTo>
                  <a:lnTo>
                    <a:pt x="2357993" y="861246"/>
                  </a:lnTo>
                  <a:lnTo>
                    <a:pt x="2356605" y="864597"/>
                  </a:lnTo>
                  <a:lnTo>
                    <a:pt x="2354903" y="867781"/>
                  </a:lnTo>
                  <a:lnTo>
                    <a:pt x="2352888" y="870797"/>
                  </a:lnTo>
                  <a:lnTo>
                    <a:pt x="2350873" y="873813"/>
                  </a:lnTo>
                  <a:lnTo>
                    <a:pt x="2348582" y="876603"/>
                  </a:lnTo>
                  <a:lnTo>
                    <a:pt x="2328094" y="891144"/>
                  </a:lnTo>
                  <a:lnTo>
                    <a:pt x="2324743" y="892532"/>
                  </a:lnTo>
                  <a:lnTo>
                    <a:pt x="2321288" y="893580"/>
                  </a:lnTo>
                  <a:lnTo>
                    <a:pt x="2317731" y="894288"/>
                  </a:lnTo>
                  <a:lnTo>
                    <a:pt x="2314174" y="894995"/>
                  </a:lnTo>
                  <a:lnTo>
                    <a:pt x="2310582" y="895349"/>
                  </a:lnTo>
                  <a:lnTo>
                    <a:pt x="2306954" y="895349"/>
                  </a:lnTo>
                  <a:lnTo>
                    <a:pt x="55245" y="895349"/>
                  </a:lnTo>
                  <a:lnTo>
                    <a:pt x="51617" y="895349"/>
                  </a:lnTo>
                  <a:lnTo>
                    <a:pt x="48024" y="894995"/>
                  </a:lnTo>
                  <a:lnTo>
                    <a:pt x="44467" y="894288"/>
                  </a:lnTo>
                  <a:lnTo>
                    <a:pt x="40909" y="893580"/>
                  </a:lnTo>
                  <a:lnTo>
                    <a:pt x="16180" y="879168"/>
                  </a:lnTo>
                  <a:lnTo>
                    <a:pt x="13615" y="876603"/>
                  </a:lnTo>
                  <a:lnTo>
                    <a:pt x="11325" y="873813"/>
                  </a:lnTo>
                  <a:lnTo>
                    <a:pt x="9309" y="870797"/>
                  </a:lnTo>
                  <a:lnTo>
                    <a:pt x="7294" y="867781"/>
                  </a:lnTo>
                  <a:lnTo>
                    <a:pt x="5592" y="864597"/>
                  </a:lnTo>
                  <a:lnTo>
                    <a:pt x="4204" y="861246"/>
                  </a:lnTo>
                  <a:lnTo>
                    <a:pt x="2816" y="857894"/>
                  </a:lnTo>
                  <a:lnTo>
                    <a:pt x="1768" y="854440"/>
                  </a:lnTo>
                  <a:lnTo>
                    <a:pt x="1060" y="850882"/>
                  </a:lnTo>
                  <a:lnTo>
                    <a:pt x="353" y="847324"/>
                  </a:lnTo>
                  <a:lnTo>
                    <a:pt x="0" y="843732"/>
                  </a:lnTo>
                  <a:lnTo>
                    <a:pt x="0" y="840104"/>
                  </a:lnTo>
                  <a:close/>
                </a:path>
              </a:pathLst>
            </a:custGeom>
            <a:ln w="9524">
              <a:solidFill>
                <a:srgbClr val="C2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640464" y="1582746"/>
            <a:ext cx="1936114" cy="55060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75"/>
              </a:spcBef>
            </a:pPr>
            <a:r>
              <a:rPr sz="1950" spc="195" dirty="0">
                <a:latin typeface="Segoe UI Symbol"/>
                <a:cs typeface="Segoe UI Symbol"/>
              </a:rPr>
              <a:t>🔁</a:t>
            </a:r>
            <a:r>
              <a:rPr sz="1950" spc="-190" dirty="0">
                <a:latin typeface="Segoe UI Symbol"/>
                <a:cs typeface="Segoe UI Symbol"/>
              </a:rPr>
              <a:t> </a:t>
            </a:r>
            <a:r>
              <a:rPr sz="1650" spc="525" dirty="0">
                <a:solidFill>
                  <a:srgbClr val="3B4E4E"/>
                </a:solidFill>
                <a:latin typeface="SimSun-ExtB"/>
                <a:cs typeface="SimSun-ExtB"/>
              </a:rPr>
              <a:t>No</a:t>
            </a:r>
            <a:r>
              <a:rPr sz="1650" spc="-415" dirty="0">
                <a:solidFill>
                  <a:srgbClr val="3B4E4E"/>
                </a:solidFill>
                <a:latin typeface="SimSun-ExtB"/>
                <a:cs typeface="SimSun-ExtB"/>
              </a:rPr>
              <a:t> </a:t>
            </a:r>
            <a:r>
              <a:rPr sz="1650" spc="100" dirty="0">
                <a:solidFill>
                  <a:srgbClr val="3B4E4E"/>
                </a:solidFill>
                <a:latin typeface="SimSun-ExtB"/>
                <a:cs typeface="SimSun-ExtB"/>
              </a:rPr>
              <a:t>Repetitive </a:t>
            </a:r>
            <a:r>
              <a:rPr sz="1650" spc="40" dirty="0">
                <a:solidFill>
                  <a:srgbClr val="3B4E4E"/>
                </a:solidFill>
                <a:latin typeface="SimSun-ExtB"/>
                <a:cs typeface="SimSun-ExtB"/>
              </a:rPr>
              <a:t>Fati</a:t>
            </a:r>
            <a:r>
              <a:rPr lang="en-IN" sz="1650" spc="40" dirty="0">
                <a:solidFill>
                  <a:srgbClr val="3B4E4E"/>
                </a:solidFill>
                <a:latin typeface="SimSun-ExtB"/>
                <a:cs typeface="SimSun-ExtB"/>
              </a:rPr>
              <a:t>g</a:t>
            </a:r>
            <a:r>
              <a:rPr sz="1650" spc="40" dirty="0" err="1">
                <a:solidFill>
                  <a:srgbClr val="3B4E4E"/>
                </a:solidFill>
                <a:latin typeface="SimSun-ExtB"/>
                <a:cs typeface="SimSun-ExtB"/>
              </a:rPr>
              <a:t>ue</a:t>
            </a:r>
            <a:endParaRPr sz="1650" dirty="0">
              <a:latin typeface="SimSun-ExtB"/>
              <a:cs typeface="SimSun-ExtB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934073" y="2533649"/>
            <a:ext cx="2362200" cy="914400"/>
            <a:chOff x="5934073" y="2533649"/>
            <a:chExt cx="2362200" cy="914400"/>
          </a:xfrm>
        </p:grpSpPr>
        <p:sp>
          <p:nvSpPr>
            <p:cNvPr id="16" name="object 16"/>
            <p:cNvSpPr/>
            <p:nvPr/>
          </p:nvSpPr>
          <p:spPr>
            <a:xfrm>
              <a:off x="5938836" y="2538412"/>
              <a:ext cx="2352675" cy="904875"/>
            </a:xfrm>
            <a:custGeom>
              <a:avLst/>
              <a:gdLst/>
              <a:ahLst/>
              <a:cxnLst/>
              <a:rect l="l" t="t" r="r" b="b"/>
              <a:pathLst>
                <a:path w="2352675" h="904875">
                  <a:moveTo>
                    <a:pt x="2301057" y="904874"/>
                  </a:moveTo>
                  <a:lnTo>
                    <a:pt x="51617" y="904874"/>
                  </a:lnTo>
                  <a:lnTo>
                    <a:pt x="48024" y="904520"/>
                  </a:lnTo>
                  <a:lnTo>
                    <a:pt x="13615" y="886128"/>
                  </a:lnTo>
                  <a:lnTo>
                    <a:pt x="0" y="853257"/>
                  </a:lnTo>
                  <a:lnTo>
                    <a:pt x="0" y="849630"/>
                  </a:lnTo>
                  <a:lnTo>
                    <a:pt x="0" y="51617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2301057" y="0"/>
                  </a:lnTo>
                  <a:lnTo>
                    <a:pt x="2339059" y="18745"/>
                  </a:lnTo>
                  <a:lnTo>
                    <a:pt x="2352674" y="51617"/>
                  </a:lnTo>
                  <a:lnTo>
                    <a:pt x="2352674" y="853257"/>
                  </a:lnTo>
                  <a:lnTo>
                    <a:pt x="2333927" y="891258"/>
                  </a:lnTo>
                  <a:lnTo>
                    <a:pt x="2304649" y="904520"/>
                  </a:lnTo>
                  <a:lnTo>
                    <a:pt x="2301057" y="904874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938836" y="2538412"/>
              <a:ext cx="2352675" cy="904875"/>
            </a:xfrm>
            <a:custGeom>
              <a:avLst/>
              <a:gdLst/>
              <a:ahLst/>
              <a:cxnLst/>
              <a:rect l="l" t="t" r="r" b="b"/>
              <a:pathLst>
                <a:path w="2352675" h="904875">
                  <a:moveTo>
                    <a:pt x="0" y="849630"/>
                  </a:moveTo>
                  <a:lnTo>
                    <a:pt x="0" y="55244"/>
                  </a:lnTo>
                  <a:lnTo>
                    <a:pt x="0" y="51617"/>
                  </a:lnTo>
                  <a:lnTo>
                    <a:pt x="354" y="48024"/>
                  </a:lnTo>
                  <a:lnTo>
                    <a:pt x="1062" y="44466"/>
                  </a:lnTo>
                  <a:lnTo>
                    <a:pt x="1769" y="40909"/>
                  </a:lnTo>
                  <a:lnTo>
                    <a:pt x="2817" y="37454"/>
                  </a:lnTo>
                  <a:lnTo>
                    <a:pt x="16181" y="16180"/>
                  </a:lnTo>
                  <a:lnTo>
                    <a:pt x="18745" y="13615"/>
                  </a:lnTo>
                  <a:lnTo>
                    <a:pt x="21536" y="11325"/>
                  </a:lnTo>
                  <a:lnTo>
                    <a:pt x="24552" y="9310"/>
                  </a:lnTo>
                  <a:lnTo>
                    <a:pt x="27568" y="7294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2297430" y="0"/>
                  </a:lnTo>
                  <a:lnTo>
                    <a:pt x="2301057" y="0"/>
                  </a:lnTo>
                  <a:lnTo>
                    <a:pt x="2304649" y="353"/>
                  </a:lnTo>
                  <a:lnTo>
                    <a:pt x="2336494" y="16180"/>
                  </a:lnTo>
                  <a:lnTo>
                    <a:pt x="2339059" y="18745"/>
                  </a:lnTo>
                  <a:lnTo>
                    <a:pt x="2341349" y="21536"/>
                  </a:lnTo>
                  <a:lnTo>
                    <a:pt x="2343364" y="24552"/>
                  </a:lnTo>
                  <a:lnTo>
                    <a:pt x="2345379" y="27568"/>
                  </a:lnTo>
                  <a:lnTo>
                    <a:pt x="2352675" y="55244"/>
                  </a:lnTo>
                  <a:lnTo>
                    <a:pt x="2352675" y="849630"/>
                  </a:lnTo>
                  <a:lnTo>
                    <a:pt x="2343363" y="880322"/>
                  </a:lnTo>
                  <a:lnTo>
                    <a:pt x="2341348" y="883338"/>
                  </a:lnTo>
                  <a:lnTo>
                    <a:pt x="2308207" y="903813"/>
                  </a:lnTo>
                  <a:lnTo>
                    <a:pt x="2304649" y="904520"/>
                  </a:lnTo>
                  <a:lnTo>
                    <a:pt x="2301057" y="904874"/>
                  </a:lnTo>
                  <a:lnTo>
                    <a:pt x="2297430" y="904874"/>
                  </a:lnTo>
                  <a:lnTo>
                    <a:pt x="55245" y="904874"/>
                  </a:lnTo>
                  <a:lnTo>
                    <a:pt x="18745" y="891258"/>
                  </a:lnTo>
                  <a:lnTo>
                    <a:pt x="4205" y="870770"/>
                  </a:lnTo>
                  <a:lnTo>
                    <a:pt x="2816" y="867419"/>
                  </a:lnTo>
                  <a:lnTo>
                    <a:pt x="1769" y="863965"/>
                  </a:lnTo>
                  <a:lnTo>
                    <a:pt x="1061" y="860407"/>
                  </a:lnTo>
                  <a:lnTo>
                    <a:pt x="354" y="856849"/>
                  </a:lnTo>
                  <a:lnTo>
                    <a:pt x="0" y="853257"/>
                  </a:lnTo>
                  <a:lnTo>
                    <a:pt x="0" y="849630"/>
                  </a:lnTo>
                  <a:close/>
                </a:path>
              </a:pathLst>
            </a:custGeom>
            <a:ln w="9524">
              <a:solidFill>
                <a:srgbClr val="C2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101903" y="2659071"/>
            <a:ext cx="1569085" cy="5873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75"/>
              </a:spcBef>
            </a:pPr>
            <a:r>
              <a:rPr sz="1950" spc="210" dirty="0">
                <a:latin typeface="Segoe UI Symbol"/>
                <a:cs typeface="Segoe UI Symbol"/>
              </a:rPr>
              <a:t>✅</a:t>
            </a:r>
            <a:r>
              <a:rPr sz="1950" spc="-190" dirty="0">
                <a:latin typeface="Segoe UI Symbol"/>
                <a:cs typeface="Segoe UI Symbol"/>
              </a:rPr>
              <a:t> </a:t>
            </a:r>
            <a:r>
              <a:rPr sz="1650" spc="335" dirty="0">
                <a:solidFill>
                  <a:srgbClr val="3B4E4E"/>
                </a:solidFill>
                <a:latin typeface="SimSun-ExtB"/>
                <a:cs typeface="SimSun-ExtB"/>
              </a:rPr>
              <a:t>Checks</a:t>
            </a:r>
            <a:r>
              <a:rPr sz="1650" spc="-409" dirty="0">
                <a:solidFill>
                  <a:srgbClr val="3B4E4E"/>
                </a:solidFill>
                <a:latin typeface="SimSun-ExtB"/>
                <a:cs typeface="SimSun-ExtB"/>
              </a:rPr>
              <a:t> </a:t>
            </a:r>
            <a:r>
              <a:rPr sz="1650" spc="-90" dirty="0">
                <a:solidFill>
                  <a:srgbClr val="3B4E4E"/>
                </a:solidFill>
                <a:latin typeface="SimSun-ExtB"/>
                <a:cs typeface="SimSun-ExtB"/>
              </a:rPr>
              <a:t>Its </a:t>
            </a:r>
            <a:r>
              <a:rPr sz="1650" spc="635" dirty="0">
                <a:solidFill>
                  <a:srgbClr val="3B4E4E"/>
                </a:solidFill>
                <a:latin typeface="SimSun-ExtB"/>
                <a:cs typeface="SimSun-ExtB"/>
              </a:rPr>
              <a:t>Own</a:t>
            </a:r>
            <a:r>
              <a:rPr sz="1650" spc="-415" dirty="0">
                <a:solidFill>
                  <a:srgbClr val="3B4E4E"/>
                </a:solidFill>
                <a:latin typeface="SimSun-ExtB"/>
                <a:cs typeface="SimSun-ExtB"/>
              </a:rPr>
              <a:t> </a:t>
            </a:r>
            <a:r>
              <a:rPr sz="1650" spc="125" dirty="0">
                <a:solidFill>
                  <a:srgbClr val="3B4E4E"/>
                </a:solidFill>
                <a:latin typeface="SimSun-ExtB"/>
                <a:cs typeface="SimSun-ExtB"/>
              </a:rPr>
              <a:t>Results</a:t>
            </a:r>
            <a:endParaRPr sz="1650">
              <a:latin typeface="SimSun-ExtB"/>
              <a:cs typeface="SimSun-ExtB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467723" y="2533649"/>
            <a:ext cx="2371725" cy="914400"/>
            <a:chOff x="8467723" y="2533649"/>
            <a:chExt cx="2371725" cy="914400"/>
          </a:xfrm>
        </p:grpSpPr>
        <p:sp>
          <p:nvSpPr>
            <p:cNvPr id="20" name="object 20"/>
            <p:cNvSpPr/>
            <p:nvPr/>
          </p:nvSpPr>
          <p:spPr>
            <a:xfrm>
              <a:off x="8472485" y="2538412"/>
              <a:ext cx="2362200" cy="904875"/>
            </a:xfrm>
            <a:custGeom>
              <a:avLst/>
              <a:gdLst/>
              <a:ahLst/>
              <a:cxnLst/>
              <a:rect l="l" t="t" r="r" b="b"/>
              <a:pathLst>
                <a:path w="2362200" h="904875">
                  <a:moveTo>
                    <a:pt x="2310582" y="904874"/>
                  </a:moveTo>
                  <a:lnTo>
                    <a:pt x="51617" y="904874"/>
                  </a:lnTo>
                  <a:lnTo>
                    <a:pt x="48024" y="904520"/>
                  </a:lnTo>
                  <a:lnTo>
                    <a:pt x="13615" y="886128"/>
                  </a:lnTo>
                  <a:lnTo>
                    <a:pt x="0" y="853257"/>
                  </a:lnTo>
                  <a:lnTo>
                    <a:pt x="0" y="849630"/>
                  </a:lnTo>
                  <a:lnTo>
                    <a:pt x="0" y="51617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2310582" y="0"/>
                  </a:lnTo>
                  <a:lnTo>
                    <a:pt x="2348582" y="18745"/>
                  </a:lnTo>
                  <a:lnTo>
                    <a:pt x="2362200" y="51617"/>
                  </a:lnTo>
                  <a:lnTo>
                    <a:pt x="2362200" y="853257"/>
                  </a:lnTo>
                  <a:lnTo>
                    <a:pt x="2343453" y="891258"/>
                  </a:lnTo>
                  <a:lnTo>
                    <a:pt x="2314174" y="904520"/>
                  </a:lnTo>
                  <a:lnTo>
                    <a:pt x="2310582" y="904874"/>
                  </a:lnTo>
                  <a:close/>
                </a:path>
              </a:pathLst>
            </a:custGeom>
            <a:solidFill>
              <a:srgbClr val="DDE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472485" y="2538412"/>
              <a:ext cx="2362200" cy="904875"/>
            </a:xfrm>
            <a:custGeom>
              <a:avLst/>
              <a:gdLst/>
              <a:ahLst/>
              <a:cxnLst/>
              <a:rect l="l" t="t" r="r" b="b"/>
              <a:pathLst>
                <a:path w="2362200" h="904875">
                  <a:moveTo>
                    <a:pt x="0" y="849630"/>
                  </a:moveTo>
                  <a:lnTo>
                    <a:pt x="0" y="55244"/>
                  </a:lnTo>
                  <a:lnTo>
                    <a:pt x="0" y="51617"/>
                  </a:lnTo>
                  <a:lnTo>
                    <a:pt x="354" y="48024"/>
                  </a:lnTo>
                  <a:lnTo>
                    <a:pt x="1061" y="44466"/>
                  </a:lnTo>
                  <a:lnTo>
                    <a:pt x="1768" y="40909"/>
                  </a:lnTo>
                  <a:lnTo>
                    <a:pt x="2816" y="37454"/>
                  </a:lnTo>
                  <a:lnTo>
                    <a:pt x="4204" y="34103"/>
                  </a:lnTo>
                  <a:lnTo>
                    <a:pt x="5592" y="30751"/>
                  </a:lnTo>
                  <a:lnTo>
                    <a:pt x="7294" y="27568"/>
                  </a:lnTo>
                  <a:lnTo>
                    <a:pt x="9309" y="24552"/>
                  </a:lnTo>
                  <a:lnTo>
                    <a:pt x="11325" y="21536"/>
                  </a:lnTo>
                  <a:lnTo>
                    <a:pt x="13615" y="18745"/>
                  </a:lnTo>
                  <a:lnTo>
                    <a:pt x="16180" y="16180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2306954" y="0"/>
                  </a:lnTo>
                  <a:lnTo>
                    <a:pt x="2310582" y="0"/>
                  </a:lnTo>
                  <a:lnTo>
                    <a:pt x="2314175" y="353"/>
                  </a:lnTo>
                  <a:lnTo>
                    <a:pt x="2317732" y="1061"/>
                  </a:lnTo>
                  <a:lnTo>
                    <a:pt x="2321288" y="1769"/>
                  </a:lnTo>
                  <a:lnTo>
                    <a:pt x="2324743" y="2817"/>
                  </a:lnTo>
                  <a:lnTo>
                    <a:pt x="2328094" y="4205"/>
                  </a:lnTo>
                  <a:lnTo>
                    <a:pt x="2331446" y="5593"/>
                  </a:lnTo>
                  <a:lnTo>
                    <a:pt x="2334629" y="7294"/>
                  </a:lnTo>
                  <a:lnTo>
                    <a:pt x="2337646" y="9309"/>
                  </a:lnTo>
                  <a:lnTo>
                    <a:pt x="2340663" y="11325"/>
                  </a:lnTo>
                  <a:lnTo>
                    <a:pt x="2343453" y="13615"/>
                  </a:lnTo>
                  <a:lnTo>
                    <a:pt x="2346017" y="16180"/>
                  </a:lnTo>
                  <a:lnTo>
                    <a:pt x="2348582" y="18745"/>
                  </a:lnTo>
                  <a:lnTo>
                    <a:pt x="2350872" y="21536"/>
                  </a:lnTo>
                  <a:lnTo>
                    <a:pt x="2352887" y="24552"/>
                  </a:lnTo>
                  <a:lnTo>
                    <a:pt x="2354903" y="27568"/>
                  </a:lnTo>
                  <a:lnTo>
                    <a:pt x="2362200" y="51617"/>
                  </a:lnTo>
                  <a:lnTo>
                    <a:pt x="2362200" y="55244"/>
                  </a:lnTo>
                  <a:lnTo>
                    <a:pt x="2362200" y="849630"/>
                  </a:lnTo>
                  <a:lnTo>
                    <a:pt x="2362200" y="853257"/>
                  </a:lnTo>
                  <a:lnTo>
                    <a:pt x="2361845" y="856849"/>
                  </a:lnTo>
                  <a:lnTo>
                    <a:pt x="2361137" y="860407"/>
                  </a:lnTo>
                  <a:lnTo>
                    <a:pt x="2360429" y="863965"/>
                  </a:lnTo>
                  <a:lnTo>
                    <a:pt x="2337647" y="895563"/>
                  </a:lnTo>
                  <a:lnTo>
                    <a:pt x="2328094" y="900669"/>
                  </a:lnTo>
                  <a:lnTo>
                    <a:pt x="2324743" y="902057"/>
                  </a:lnTo>
                  <a:lnTo>
                    <a:pt x="2321288" y="903105"/>
                  </a:lnTo>
                  <a:lnTo>
                    <a:pt x="2317731" y="903813"/>
                  </a:lnTo>
                  <a:lnTo>
                    <a:pt x="2314174" y="904520"/>
                  </a:lnTo>
                  <a:lnTo>
                    <a:pt x="2310582" y="904874"/>
                  </a:lnTo>
                  <a:lnTo>
                    <a:pt x="2306954" y="904874"/>
                  </a:lnTo>
                  <a:lnTo>
                    <a:pt x="55245" y="904874"/>
                  </a:lnTo>
                  <a:lnTo>
                    <a:pt x="51617" y="904874"/>
                  </a:lnTo>
                  <a:lnTo>
                    <a:pt x="48024" y="904520"/>
                  </a:lnTo>
                  <a:lnTo>
                    <a:pt x="44467" y="903813"/>
                  </a:lnTo>
                  <a:lnTo>
                    <a:pt x="40909" y="903105"/>
                  </a:lnTo>
                  <a:lnTo>
                    <a:pt x="16180" y="888693"/>
                  </a:lnTo>
                  <a:lnTo>
                    <a:pt x="13615" y="886128"/>
                  </a:lnTo>
                  <a:lnTo>
                    <a:pt x="4204" y="870770"/>
                  </a:lnTo>
                  <a:lnTo>
                    <a:pt x="2816" y="867419"/>
                  </a:lnTo>
                  <a:lnTo>
                    <a:pt x="1768" y="863965"/>
                  </a:lnTo>
                  <a:lnTo>
                    <a:pt x="1060" y="860407"/>
                  </a:lnTo>
                  <a:lnTo>
                    <a:pt x="353" y="856849"/>
                  </a:lnTo>
                  <a:lnTo>
                    <a:pt x="0" y="853257"/>
                  </a:lnTo>
                  <a:lnTo>
                    <a:pt x="0" y="849630"/>
                  </a:lnTo>
                  <a:close/>
                </a:path>
              </a:pathLst>
            </a:custGeom>
            <a:ln w="9524">
              <a:solidFill>
                <a:srgbClr val="C2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640464" y="2659071"/>
            <a:ext cx="1918335" cy="5873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75"/>
              </a:spcBef>
            </a:pPr>
            <a:r>
              <a:rPr sz="1950" spc="195" dirty="0">
                <a:latin typeface="Segoe UI Symbol"/>
                <a:cs typeface="Segoe UI Symbol"/>
              </a:rPr>
              <a:t>🛠</a:t>
            </a:r>
            <a:r>
              <a:rPr sz="1950" spc="-190" dirty="0">
                <a:latin typeface="Segoe UI Symbol"/>
                <a:cs typeface="Segoe UI Symbol"/>
              </a:rPr>
              <a:t> </a:t>
            </a:r>
            <a:r>
              <a:rPr sz="1650" spc="305" dirty="0">
                <a:solidFill>
                  <a:srgbClr val="3B4E4E"/>
                </a:solidFill>
                <a:latin typeface="SimSun-ExtB"/>
                <a:cs typeface="SimSun-ExtB"/>
              </a:rPr>
              <a:t>Uses</a:t>
            </a:r>
            <a:r>
              <a:rPr sz="1650" spc="-420" dirty="0">
                <a:solidFill>
                  <a:srgbClr val="3B4E4E"/>
                </a:solidFill>
                <a:latin typeface="SimSun-ExtB"/>
                <a:cs typeface="SimSun-ExtB"/>
              </a:rPr>
              <a:t> </a:t>
            </a:r>
            <a:r>
              <a:rPr sz="1650" spc="90" dirty="0">
                <a:solidFill>
                  <a:srgbClr val="3B4E4E"/>
                </a:solidFill>
                <a:latin typeface="SimSun-ExtB"/>
                <a:cs typeface="SimSun-ExtB"/>
              </a:rPr>
              <a:t>Multiple </a:t>
            </a:r>
            <a:r>
              <a:rPr sz="1650" spc="135" dirty="0">
                <a:solidFill>
                  <a:srgbClr val="3B4E4E"/>
                </a:solidFill>
                <a:latin typeface="SimSun-ExtB"/>
                <a:cs typeface="SimSun-ExtB"/>
              </a:rPr>
              <a:t>Tools</a:t>
            </a:r>
            <a:endParaRPr sz="1650">
              <a:latin typeface="SimSun-ExtB"/>
              <a:cs typeface="SimSun-ExtB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896225"/>
          </a:xfrm>
          <a:custGeom>
            <a:avLst/>
            <a:gdLst/>
            <a:ahLst/>
            <a:cxnLst/>
            <a:rect l="l" t="t" r="r" b="b"/>
            <a:pathLst>
              <a:path w="11430000" h="7896225">
                <a:moveTo>
                  <a:pt x="11429999" y="7896224"/>
                </a:moveTo>
                <a:lnTo>
                  <a:pt x="0" y="7896224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7896224"/>
                </a:lnTo>
                <a:close/>
              </a:path>
            </a:pathLst>
          </a:custGeom>
          <a:solidFill>
            <a:srgbClr val="FFFD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405" dirty="0"/>
              <a:t>Problems</a:t>
            </a:r>
            <a:r>
              <a:rPr spc="-200" dirty="0"/>
              <a:t> </a:t>
            </a:r>
            <a:r>
              <a:rPr spc="515" dirty="0"/>
              <a:t>and</a:t>
            </a:r>
            <a:r>
              <a:rPr spc="-195" dirty="0"/>
              <a:t> </a:t>
            </a:r>
            <a:r>
              <a:rPr spc="345" dirty="0"/>
              <a:t>Risks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7374" y="1339850"/>
            <a:ext cx="363283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Agentic</a:t>
            </a:r>
            <a:r>
              <a:rPr sz="1350" spc="-15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AI</a:t>
            </a:r>
            <a:r>
              <a:rPr sz="135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is</a:t>
            </a:r>
            <a:r>
              <a:rPr sz="1350" spc="-8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b="1" dirty="0">
                <a:solidFill>
                  <a:srgbClr val="3B4E4E"/>
                </a:solidFill>
                <a:latin typeface="Trebuchet MS"/>
                <a:cs typeface="Trebuchet MS"/>
              </a:rPr>
              <a:t>not</a:t>
            </a:r>
            <a:r>
              <a:rPr sz="1350" b="1" spc="-30" dirty="0">
                <a:solidFill>
                  <a:srgbClr val="3B4E4E"/>
                </a:solidFill>
                <a:latin typeface="Trebuchet MS"/>
                <a:cs typeface="Trebuchet MS"/>
              </a:rPr>
              <a:t> perfect</a:t>
            </a:r>
            <a:r>
              <a:rPr sz="1350" spc="-30" dirty="0">
                <a:solidFill>
                  <a:srgbClr val="3B4E4E"/>
                </a:solidFill>
                <a:latin typeface="Tahoma"/>
                <a:cs typeface="Tahoma"/>
              </a:rPr>
              <a:t>.</a:t>
            </a:r>
            <a:r>
              <a:rPr sz="1350" spc="-11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65" dirty="0">
                <a:solidFill>
                  <a:srgbClr val="3B4E4E"/>
                </a:solidFill>
                <a:latin typeface="Tahoma"/>
                <a:cs typeface="Tahoma"/>
              </a:rPr>
              <a:t>We</a:t>
            </a:r>
            <a:r>
              <a:rPr sz="135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need</a:t>
            </a:r>
            <a:r>
              <a:rPr sz="1350" spc="-8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to</a:t>
            </a:r>
            <a:r>
              <a:rPr sz="1350" spc="-8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be</a:t>
            </a:r>
            <a:r>
              <a:rPr sz="1350" spc="-7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careful: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0074" y="2009774"/>
            <a:ext cx="2371725" cy="1914525"/>
            <a:chOff x="600074" y="2009774"/>
            <a:chExt cx="2371725" cy="1914525"/>
          </a:xfrm>
        </p:grpSpPr>
        <p:sp>
          <p:nvSpPr>
            <p:cNvPr id="6" name="object 6"/>
            <p:cNvSpPr/>
            <p:nvPr/>
          </p:nvSpPr>
          <p:spPr>
            <a:xfrm>
              <a:off x="609599" y="2019299"/>
              <a:ext cx="2352675" cy="1895475"/>
            </a:xfrm>
            <a:custGeom>
              <a:avLst/>
              <a:gdLst/>
              <a:ahLst/>
              <a:cxnLst/>
              <a:rect l="l" t="t" r="r" b="b"/>
              <a:pathLst>
                <a:path w="2352675" h="1895475">
                  <a:moveTo>
                    <a:pt x="2305507" y="1895474"/>
                  </a:moveTo>
                  <a:lnTo>
                    <a:pt x="62297" y="1895474"/>
                  </a:lnTo>
                  <a:lnTo>
                    <a:pt x="57961" y="1895047"/>
                  </a:lnTo>
                  <a:lnTo>
                    <a:pt x="22624" y="1879041"/>
                  </a:lnTo>
                  <a:lnTo>
                    <a:pt x="2135" y="1846100"/>
                  </a:lnTo>
                  <a:lnTo>
                    <a:pt x="0" y="1833177"/>
                  </a:lnTo>
                  <a:lnTo>
                    <a:pt x="0" y="1828799"/>
                  </a:lnTo>
                  <a:lnTo>
                    <a:pt x="0" y="62296"/>
                  </a:lnTo>
                  <a:lnTo>
                    <a:pt x="13668" y="25992"/>
                  </a:lnTo>
                  <a:lnTo>
                    <a:pt x="45204" y="3399"/>
                  </a:lnTo>
                  <a:lnTo>
                    <a:pt x="62297" y="0"/>
                  </a:lnTo>
                  <a:lnTo>
                    <a:pt x="2305507" y="0"/>
                  </a:lnTo>
                  <a:lnTo>
                    <a:pt x="2340232" y="17129"/>
                  </a:lnTo>
                  <a:lnTo>
                    <a:pt x="2352674" y="47167"/>
                  </a:lnTo>
                  <a:lnTo>
                    <a:pt x="2352674" y="1848307"/>
                  </a:lnTo>
                  <a:lnTo>
                    <a:pt x="2335545" y="1883032"/>
                  </a:lnTo>
                  <a:lnTo>
                    <a:pt x="2308790" y="1895150"/>
                  </a:lnTo>
                  <a:lnTo>
                    <a:pt x="2305507" y="1895474"/>
                  </a:lnTo>
                  <a:close/>
                </a:path>
              </a:pathLst>
            </a:custGeom>
            <a:solidFill>
              <a:srgbClr val="FFF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9599" y="2019299"/>
              <a:ext cx="2352675" cy="1895475"/>
            </a:xfrm>
            <a:custGeom>
              <a:avLst/>
              <a:gdLst/>
              <a:ahLst/>
              <a:cxnLst/>
              <a:rect l="l" t="t" r="r" b="b"/>
              <a:pathLst>
                <a:path w="2352675" h="1895475">
                  <a:moveTo>
                    <a:pt x="0" y="1828799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1" y="53667"/>
                  </a:lnTo>
                  <a:lnTo>
                    <a:pt x="2135" y="49373"/>
                  </a:lnTo>
                  <a:lnTo>
                    <a:pt x="3399" y="45203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2"/>
                  </a:lnTo>
                  <a:lnTo>
                    <a:pt x="11236" y="29632"/>
                  </a:lnTo>
                  <a:lnTo>
                    <a:pt x="13668" y="25992"/>
                  </a:lnTo>
                  <a:lnTo>
                    <a:pt x="41159" y="5075"/>
                  </a:lnTo>
                  <a:lnTo>
                    <a:pt x="45204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2302192" y="0"/>
                  </a:lnTo>
                  <a:lnTo>
                    <a:pt x="2305507" y="0"/>
                  </a:lnTo>
                  <a:lnTo>
                    <a:pt x="2308790" y="323"/>
                  </a:lnTo>
                  <a:lnTo>
                    <a:pt x="2312040" y="970"/>
                  </a:lnTo>
                  <a:lnTo>
                    <a:pt x="2315291" y="1616"/>
                  </a:lnTo>
                  <a:lnTo>
                    <a:pt x="2318448" y="2574"/>
                  </a:lnTo>
                  <a:lnTo>
                    <a:pt x="2321510" y="3842"/>
                  </a:lnTo>
                  <a:lnTo>
                    <a:pt x="2324573" y="5111"/>
                  </a:lnTo>
                  <a:lnTo>
                    <a:pt x="2350100" y="34225"/>
                  </a:lnTo>
                  <a:lnTo>
                    <a:pt x="2351704" y="40633"/>
                  </a:lnTo>
                  <a:lnTo>
                    <a:pt x="2352351" y="43884"/>
                  </a:lnTo>
                  <a:lnTo>
                    <a:pt x="2352674" y="47167"/>
                  </a:lnTo>
                  <a:lnTo>
                    <a:pt x="2352674" y="50482"/>
                  </a:lnTo>
                  <a:lnTo>
                    <a:pt x="2352674" y="1844992"/>
                  </a:lnTo>
                  <a:lnTo>
                    <a:pt x="2352674" y="1848307"/>
                  </a:lnTo>
                  <a:lnTo>
                    <a:pt x="2352351" y="1851589"/>
                  </a:lnTo>
                  <a:lnTo>
                    <a:pt x="2351704" y="1854840"/>
                  </a:lnTo>
                  <a:lnTo>
                    <a:pt x="2351057" y="1858091"/>
                  </a:lnTo>
                  <a:lnTo>
                    <a:pt x="2350100" y="1861248"/>
                  </a:lnTo>
                  <a:lnTo>
                    <a:pt x="2348831" y="1864310"/>
                  </a:lnTo>
                  <a:lnTo>
                    <a:pt x="2347563" y="1867373"/>
                  </a:lnTo>
                  <a:lnTo>
                    <a:pt x="2337888" y="1880688"/>
                  </a:lnTo>
                  <a:lnTo>
                    <a:pt x="2335545" y="1883032"/>
                  </a:lnTo>
                  <a:lnTo>
                    <a:pt x="2332994" y="1885124"/>
                  </a:lnTo>
                  <a:lnTo>
                    <a:pt x="2330238" y="1886966"/>
                  </a:lnTo>
                  <a:lnTo>
                    <a:pt x="2327482" y="1888807"/>
                  </a:lnTo>
                  <a:lnTo>
                    <a:pt x="2324573" y="1890362"/>
                  </a:lnTo>
                  <a:lnTo>
                    <a:pt x="2321510" y="1891631"/>
                  </a:lnTo>
                  <a:lnTo>
                    <a:pt x="2318448" y="1892900"/>
                  </a:lnTo>
                  <a:lnTo>
                    <a:pt x="2315291" y="1893857"/>
                  </a:lnTo>
                  <a:lnTo>
                    <a:pt x="2312040" y="1894504"/>
                  </a:lnTo>
                  <a:lnTo>
                    <a:pt x="2308790" y="1895150"/>
                  </a:lnTo>
                  <a:lnTo>
                    <a:pt x="2305507" y="1895474"/>
                  </a:lnTo>
                  <a:lnTo>
                    <a:pt x="2302192" y="1895474"/>
                  </a:lnTo>
                  <a:lnTo>
                    <a:pt x="66675" y="1895474"/>
                  </a:lnTo>
                  <a:lnTo>
                    <a:pt x="41159" y="1890398"/>
                  </a:lnTo>
                  <a:lnTo>
                    <a:pt x="37114" y="1888723"/>
                  </a:lnTo>
                  <a:lnTo>
                    <a:pt x="8804" y="1862201"/>
                  </a:lnTo>
                  <a:lnTo>
                    <a:pt x="5075" y="1854314"/>
                  </a:lnTo>
                  <a:lnTo>
                    <a:pt x="3399" y="1850269"/>
                  </a:lnTo>
                  <a:lnTo>
                    <a:pt x="2135" y="1846100"/>
                  </a:lnTo>
                  <a:lnTo>
                    <a:pt x="1281" y="1841806"/>
                  </a:lnTo>
                  <a:lnTo>
                    <a:pt x="427" y="1837513"/>
                  </a:lnTo>
                  <a:lnTo>
                    <a:pt x="0" y="1833177"/>
                  </a:lnTo>
                  <a:lnTo>
                    <a:pt x="0" y="1828799"/>
                  </a:lnTo>
                  <a:close/>
                </a:path>
              </a:pathLst>
            </a:custGeom>
            <a:ln w="19049">
              <a:solidFill>
                <a:srgbClr val="C2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54075" y="2173287"/>
            <a:ext cx="1843405" cy="150304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685800">
              <a:lnSpc>
                <a:spcPct val="106100"/>
              </a:lnSpc>
              <a:spcBef>
                <a:spcPts val="15"/>
              </a:spcBef>
            </a:pPr>
            <a:r>
              <a:rPr sz="1650" b="1" spc="250" dirty="0" err="1">
                <a:solidFill>
                  <a:srgbClr val="3B4E4E"/>
                </a:solidFill>
                <a:latin typeface="Trebuchet MS"/>
                <a:cs typeface="Trebuchet MS"/>
              </a:rPr>
              <a:t>Wron</a:t>
            </a:r>
            <a:r>
              <a:rPr lang="en-IN" sz="1650" b="1" spc="250" dirty="0">
                <a:solidFill>
                  <a:srgbClr val="3B4E4E"/>
                </a:solidFill>
                <a:latin typeface="Trebuchet MS"/>
                <a:cs typeface="Trebuchet MS"/>
              </a:rPr>
              <a:t>g</a:t>
            </a:r>
            <a:r>
              <a:rPr sz="1650" b="1" spc="250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650" b="1" spc="180" dirty="0">
                <a:solidFill>
                  <a:srgbClr val="3B4E4E"/>
                </a:solidFill>
                <a:latin typeface="Trebuchet MS"/>
                <a:cs typeface="Trebuchet MS"/>
              </a:rPr>
              <a:t>Decisions</a:t>
            </a:r>
            <a:endParaRPr sz="1650" dirty="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990"/>
              </a:spcBef>
            </a:pP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AI</a:t>
            </a:r>
            <a:r>
              <a:rPr sz="1350" spc="-8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might</a:t>
            </a:r>
            <a:r>
              <a:rPr sz="1350" spc="-8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misunderstand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the</a:t>
            </a:r>
            <a:r>
              <a:rPr sz="1350" spc="-9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goal</a:t>
            </a:r>
            <a:r>
              <a:rPr sz="1350" spc="-8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and</a:t>
            </a:r>
            <a:r>
              <a:rPr sz="1350" spc="-9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do</a:t>
            </a:r>
            <a:r>
              <a:rPr sz="1350" spc="-8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3B4E4E"/>
                </a:solidFill>
                <a:latin typeface="Tahoma"/>
                <a:cs typeface="Tahoma"/>
              </a:rPr>
              <a:t>the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wrong</a:t>
            </a:r>
            <a:r>
              <a:rPr sz="1350" spc="-10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thing</a:t>
            </a:r>
            <a:endParaRPr sz="1350" dirty="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143249" y="2009774"/>
            <a:ext cx="2362200" cy="1914525"/>
            <a:chOff x="3143249" y="2009774"/>
            <a:chExt cx="2362200" cy="1914525"/>
          </a:xfrm>
        </p:grpSpPr>
        <p:sp>
          <p:nvSpPr>
            <p:cNvPr id="10" name="object 10"/>
            <p:cNvSpPr/>
            <p:nvPr/>
          </p:nvSpPr>
          <p:spPr>
            <a:xfrm>
              <a:off x="3152774" y="2019299"/>
              <a:ext cx="2343150" cy="1895475"/>
            </a:xfrm>
            <a:custGeom>
              <a:avLst/>
              <a:gdLst/>
              <a:ahLst/>
              <a:cxnLst/>
              <a:rect l="l" t="t" r="r" b="b"/>
              <a:pathLst>
                <a:path w="2343150" h="1895475">
                  <a:moveTo>
                    <a:pt x="2295982" y="1895474"/>
                  </a:moveTo>
                  <a:lnTo>
                    <a:pt x="62297" y="1895474"/>
                  </a:lnTo>
                  <a:lnTo>
                    <a:pt x="57961" y="1895047"/>
                  </a:lnTo>
                  <a:lnTo>
                    <a:pt x="22624" y="1879041"/>
                  </a:lnTo>
                  <a:lnTo>
                    <a:pt x="2135" y="1846100"/>
                  </a:lnTo>
                  <a:lnTo>
                    <a:pt x="0" y="1833177"/>
                  </a:lnTo>
                  <a:lnTo>
                    <a:pt x="0" y="1828799"/>
                  </a:lnTo>
                  <a:lnTo>
                    <a:pt x="0" y="62296"/>
                  </a:lnTo>
                  <a:lnTo>
                    <a:pt x="13669" y="25992"/>
                  </a:lnTo>
                  <a:lnTo>
                    <a:pt x="45204" y="3399"/>
                  </a:lnTo>
                  <a:lnTo>
                    <a:pt x="62297" y="0"/>
                  </a:lnTo>
                  <a:lnTo>
                    <a:pt x="2295982" y="0"/>
                  </a:lnTo>
                  <a:lnTo>
                    <a:pt x="2330707" y="17129"/>
                  </a:lnTo>
                  <a:lnTo>
                    <a:pt x="2343150" y="47167"/>
                  </a:lnTo>
                  <a:lnTo>
                    <a:pt x="2343150" y="1848307"/>
                  </a:lnTo>
                  <a:lnTo>
                    <a:pt x="2326019" y="1883032"/>
                  </a:lnTo>
                  <a:lnTo>
                    <a:pt x="2299265" y="1895150"/>
                  </a:lnTo>
                  <a:lnTo>
                    <a:pt x="2295982" y="1895474"/>
                  </a:lnTo>
                  <a:close/>
                </a:path>
              </a:pathLst>
            </a:custGeom>
            <a:solidFill>
              <a:srgbClr val="FFF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52774" y="2019299"/>
              <a:ext cx="2343150" cy="1895475"/>
            </a:xfrm>
            <a:custGeom>
              <a:avLst/>
              <a:gdLst/>
              <a:ahLst/>
              <a:cxnLst/>
              <a:rect l="l" t="t" r="r" b="b"/>
              <a:pathLst>
                <a:path w="2343150" h="1895475">
                  <a:moveTo>
                    <a:pt x="0" y="1828799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1" y="53667"/>
                  </a:lnTo>
                  <a:lnTo>
                    <a:pt x="2135" y="49373"/>
                  </a:lnTo>
                  <a:lnTo>
                    <a:pt x="3400" y="45203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2"/>
                  </a:lnTo>
                  <a:lnTo>
                    <a:pt x="11237" y="29632"/>
                  </a:lnTo>
                  <a:lnTo>
                    <a:pt x="13669" y="25992"/>
                  </a:lnTo>
                  <a:lnTo>
                    <a:pt x="16433" y="22624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25992" y="13668"/>
                  </a:lnTo>
                  <a:lnTo>
                    <a:pt x="29632" y="11236"/>
                  </a:lnTo>
                  <a:lnTo>
                    <a:pt x="33272" y="8804"/>
                  </a:lnTo>
                  <a:lnTo>
                    <a:pt x="37114" y="6750"/>
                  </a:lnTo>
                  <a:lnTo>
                    <a:pt x="41159" y="5075"/>
                  </a:lnTo>
                  <a:lnTo>
                    <a:pt x="45204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2292667" y="0"/>
                  </a:lnTo>
                  <a:lnTo>
                    <a:pt x="2295982" y="0"/>
                  </a:lnTo>
                  <a:lnTo>
                    <a:pt x="2299264" y="323"/>
                  </a:lnTo>
                  <a:lnTo>
                    <a:pt x="2302515" y="970"/>
                  </a:lnTo>
                  <a:lnTo>
                    <a:pt x="2305766" y="1616"/>
                  </a:lnTo>
                  <a:lnTo>
                    <a:pt x="2308923" y="2574"/>
                  </a:lnTo>
                  <a:lnTo>
                    <a:pt x="2311985" y="3842"/>
                  </a:lnTo>
                  <a:lnTo>
                    <a:pt x="2315047" y="5111"/>
                  </a:lnTo>
                  <a:lnTo>
                    <a:pt x="2317957" y="6666"/>
                  </a:lnTo>
                  <a:lnTo>
                    <a:pt x="2339306" y="31163"/>
                  </a:lnTo>
                  <a:lnTo>
                    <a:pt x="2340575" y="34225"/>
                  </a:lnTo>
                  <a:lnTo>
                    <a:pt x="2341532" y="37382"/>
                  </a:lnTo>
                  <a:lnTo>
                    <a:pt x="2342179" y="40633"/>
                  </a:lnTo>
                  <a:lnTo>
                    <a:pt x="2342826" y="43884"/>
                  </a:lnTo>
                  <a:lnTo>
                    <a:pt x="2343150" y="47167"/>
                  </a:lnTo>
                  <a:lnTo>
                    <a:pt x="2343150" y="50482"/>
                  </a:lnTo>
                  <a:lnTo>
                    <a:pt x="2343150" y="1844992"/>
                  </a:lnTo>
                  <a:lnTo>
                    <a:pt x="2343150" y="1848307"/>
                  </a:lnTo>
                  <a:lnTo>
                    <a:pt x="2342826" y="1851589"/>
                  </a:lnTo>
                  <a:lnTo>
                    <a:pt x="2342179" y="1854840"/>
                  </a:lnTo>
                  <a:lnTo>
                    <a:pt x="2341532" y="1858091"/>
                  </a:lnTo>
                  <a:lnTo>
                    <a:pt x="2340575" y="1861248"/>
                  </a:lnTo>
                  <a:lnTo>
                    <a:pt x="2339306" y="1864310"/>
                  </a:lnTo>
                  <a:lnTo>
                    <a:pt x="2338038" y="1867373"/>
                  </a:lnTo>
                  <a:lnTo>
                    <a:pt x="2311985" y="1891631"/>
                  </a:lnTo>
                  <a:lnTo>
                    <a:pt x="2308923" y="1892900"/>
                  </a:lnTo>
                  <a:lnTo>
                    <a:pt x="2305766" y="1893857"/>
                  </a:lnTo>
                  <a:lnTo>
                    <a:pt x="2302515" y="1894504"/>
                  </a:lnTo>
                  <a:lnTo>
                    <a:pt x="2299265" y="1895150"/>
                  </a:lnTo>
                  <a:lnTo>
                    <a:pt x="2295982" y="1895474"/>
                  </a:lnTo>
                  <a:lnTo>
                    <a:pt x="2292667" y="1895474"/>
                  </a:lnTo>
                  <a:lnTo>
                    <a:pt x="66675" y="1895474"/>
                  </a:lnTo>
                  <a:lnTo>
                    <a:pt x="41159" y="1890398"/>
                  </a:lnTo>
                  <a:lnTo>
                    <a:pt x="37114" y="1888723"/>
                  </a:lnTo>
                  <a:lnTo>
                    <a:pt x="33272" y="1886669"/>
                  </a:lnTo>
                  <a:lnTo>
                    <a:pt x="29632" y="1884237"/>
                  </a:lnTo>
                  <a:lnTo>
                    <a:pt x="25992" y="1881805"/>
                  </a:lnTo>
                  <a:lnTo>
                    <a:pt x="11236" y="1865842"/>
                  </a:lnTo>
                  <a:lnTo>
                    <a:pt x="8804" y="1862201"/>
                  </a:lnTo>
                  <a:lnTo>
                    <a:pt x="6750" y="1858359"/>
                  </a:lnTo>
                  <a:lnTo>
                    <a:pt x="5075" y="1854314"/>
                  </a:lnTo>
                  <a:lnTo>
                    <a:pt x="3400" y="1850269"/>
                  </a:lnTo>
                  <a:lnTo>
                    <a:pt x="2135" y="1846100"/>
                  </a:lnTo>
                  <a:lnTo>
                    <a:pt x="1281" y="1841806"/>
                  </a:lnTo>
                  <a:lnTo>
                    <a:pt x="427" y="1837513"/>
                  </a:lnTo>
                  <a:lnTo>
                    <a:pt x="0" y="1833177"/>
                  </a:lnTo>
                  <a:lnTo>
                    <a:pt x="0" y="1828799"/>
                  </a:lnTo>
                  <a:close/>
                </a:path>
              </a:pathLst>
            </a:custGeom>
            <a:ln w="19049">
              <a:solidFill>
                <a:srgbClr val="C2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392636" y="2173287"/>
            <a:ext cx="1682750" cy="9601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80" dirty="0">
                <a:solidFill>
                  <a:srgbClr val="3B4E4E"/>
                </a:solidFill>
                <a:latin typeface="Trebuchet MS"/>
                <a:cs typeface="Trebuchet MS"/>
              </a:rPr>
              <a:t>Privacy</a:t>
            </a:r>
            <a:r>
              <a:rPr sz="1650" b="1" spc="-85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650" b="1" spc="180" dirty="0">
                <a:solidFill>
                  <a:srgbClr val="3B4E4E"/>
                </a:solidFill>
                <a:latin typeface="Trebuchet MS"/>
                <a:cs typeface="Trebuchet MS"/>
              </a:rPr>
              <a:t>Issues</a:t>
            </a:r>
            <a:endParaRPr sz="1650">
              <a:latin typeface="Trebuchet MS"/>
              <a:cs typeface="Trebuchet MS"/>
            </a:endParaRPr>
          </a:p>
          <a:p>
            <a:pPr marL="12700" marR="48260">
              <a:lnSpc>
                <a:spcPct val="134300"/>
              </a:lnSpc>
              <a:spcBef>
                <a:spcPts val="990"/>
              </a:spcBef>
            </a:pP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AI</a:t>
            </a:r>
            <a:r>
              <a:rPr sz="1350" spc="-5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might</a:t>
            </a:r>
            <a:r>
              <a:rPr sz="1350" spc="-5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access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3B4E4E"/>
                </a:solidFill>
                <a:latin typeface="Tahoma"/>
                <a:cs typeface="Tahoma"/>
              </a:rPr>
              <a:t>or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misuse</a:t>
            </a:r>
            <a:r>
              <a:rPr sz="1350" spc="-4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sensitive</a:t>
            </a:r>
            <a:r>
              <a:rPr sz="1350" spc="-4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3B4E4E"/>
                </a:solidFill>
                <a:latin typeface="Tahoma"/>
                <a:cs typeface="Tahoma"/>
              </a:rPr>
              <a:t>data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0074" y="4095749"/>
            <a:ext cx="2371725" cy="1638300"/>
            <a:chOff x="600074" y="4095749"/>
            <a:chExt cx="2371725" cy="1638300"/>
          </a:xfrm>
        </p:grpSpPr>
        <p:sp>
          <p:nvSpPr>
            <p:cNvPr id="14" name="object 14"/>
            <p:cNvSpPr/>
            <p:nvPr/>
          </p:nvSpPr>
          <p:spPr>
            <a:xfrm>
              <a:off x="609599" y="4105274"/>
              <a:ext cx="2352675" cy="1619250"/>
            </a:xfrm>
            <a:custGeom>
              <a:avLst/>
              <a:gdLst/>
              <a:ahLst/>
              <a:cxnLst/>
              <a:rect l="l" t="t" r="r" b="b"/>
              <a:pathLst>
                <a:path w="2352675" h="1619250">
                  <a:moveTo>
                    <a:pt x="2305507" y="1619249"/>
                  </a:moveTo>
                  <a:lnTo>
                    <a:pt x="62297" y="1619249"/>
                  </a:lnTo>
                  <a:lnTo>
                    <a:pt x="57961" y="1618822"/>
                  </a:lnTo>
                  <a:lnTo>
                    <a:pt x="22624" y="1602816"/>
                  </a:lnTo>
                  <a:lnTo>
                    <a:pt x="2135" y="1569875"/>
                  </a:lnTo>
                  <a:lnTo>
                    <a:pt x="0" y="1556952"/>
                  </a:lnTo>
                  <a:lnTo>
                    <a:pt x="0" y="1552574"/>
                  </a:lnTo>
                  <a:lnTo>
                    <a:pt x="0" y="62296"/>
                  </a:lnTo>
                  <a:lnTo>
                    <a:pt x="13668" y="25992"/>
                  </a:lnTo>
                  <a:lnTo>
                    <a:pt x="45204" y="3399"/>
                  </a:lnTo>
                  <a:lnTo>
                    <a:pt x="62297" y="0"/>
                  </a:lnTo>
                  <a:lnTo>
                    <a:pt x="2305507" y="0"/>
                  </a:lnTo>
                  <a:lnTo>
                    <a:pt x="2340232" y="17129"/>
                  </a:lnTo>
                  <a:lnTo>
                    <a:pt x="2352674" y="47167"/>
                  </a:lnTo>
                  <a:lnTo>
                    <a:pt x="2352674" y="1572081"/>
                  </a:lnTo>
                  <a:lnTo>
                    <a:pt x="2335545" y="1606806"/>
                  </a:lnTo>
                  <a:lnTo>
                    <a:pt x="2308790" y="1618925"/>
                  </a:lnTo>
                  <a:lnTo>
                    <a:pt x="2305507" y="1619249"/>
                  </a:lnTo>
                  <a:close/>
                </a:path>
              </a:pathLst>
            </a:custGeom>
            <a:solidFill>
              <a:srgbClr val="FFF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9599" y="4105274"/>
              <a:ext cx="2352675" cy="1619250"/>
            </a:xfrm>
            <a:custGeom>
              <a:avLst/>
              <a:gdLst/>
              <a:ahLst/>
              <a:cxnLst/>
              <a:rect l="l" t="t" r="r" b="b"/>
              <a:pathLst>
                <a:path w="2352675" h="1619250">
                  <a:moveTo>
                    <a:pt x="0" y="15525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1" y="53666"/>
                  </a:lnTo>
                  <a:lnTo>
                    <a:pt x="2135" y="49373"/>
                  </a:lnTo>
                  <a:lnTo>
                    <a:pt x="3399" y="45203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2"/>
                  </a:lnTo>
                  <a:lnTo>
                    <a:pt x="11236" y="29632"/>
                  </a:lnTo>
                  <a:lnTo>
                    <a:pt x="13668" y="25992"/>
                  </a:lnTo>
                  <a:lnTo>
                    <a:pt x="16432" y="22624"/>
                  </a:lnTo>
                  <a:lnTo>
                    <a:pt x="19528" y="19528"/>
                  </a:lnTo>
                  <a:lnTo>
                    <a:pt x="22624" y="16433"/>
                  </a:lnTo>
                  <a:lnTo>
                    <a:pt x="41159" y="5075"/>
                  </a:lnTo>
                  <a:lnTo>
                    <a:pt x="45204" y="3399"/>
                  </a:lnTo>
                  <a:lnTo>
                    <a:pt x="66675" y="0"/>
                  </a:lnTo>
                  <a:lnTo>
                    <a:pt x="2302192" y="0"/>
                  </a:lnTo>
                  <a:lnTo>
                    <a:pt x="2305507" y="0"/>
                  </a:lnTo>
                  <a:lnTo>
                    <a:pt x="2308790" y="323"/>
                  </a:lnTo>
                  <a:lnTo>
                    <a:pt x="2312040" y="970"/>
                  </a:lnTo>
                  <a:lnTo>
                    <a:pt x="2315291" y="1616"/>
                  </a:lnTo>
                  <a:lnTo>
                    <a:pt x="2330238" y="8507"/>
                  </a:lnTo>
                  <a:lnTo>
                    <a:pt x="2332994" y="10349"/>
                  </a:lnTo>
                  <a:lnTo>
                    <a:pt x="2335544" y="12441"/>
                  </a:lnTo>
                  <a:lnTo>
                    <a:pt x="2337888" y="14786"/>
                  </a:lnTo>
                  <a:lnTo>
                    <a:pt x="2340232" y="17129"/>
                  </a:lnTo>
                  <a:lnTo>
                    <a:pt x="2348831" y="31163"/>
                  </a:lnTo>
                  <a:lnTo>
                    <a:pt x="2350100" y="34225"/>
                  </a:lnTo>
                  <a:lnTo>
                    <a:pt x="2351057" y="37382"/>
                  </a:lnTo>
                  <a:lnTo>
                    <a:pt x="2351704" y="40633"/>
                  </a:lnTo>
                  <a:lnTo>
                    <a:pt x="2352351" y="43884"/>
                  </a:lnTo>
                  <a:lnTo>
                    <a:pt x="2352674" y="47167"/>
                  </a:lnTo>
                  <a:lnTo>
                    <a:pt x="2352674" y="50482"/>
                  </a:lnTo>
                  <a:lnTo>
                    <a:pt x="2352674" y="1568767"/>
                  </a:lnTo>
                  <a:lnTo>
                    <a:pt x="2352674" y="1572081"/>
                  </a:lnTo>
                  <a:lnTo>
                    <a:pt x="2352351" y="1575364"/>
                  </a:lnTo>
                  <a:lnTo>
                    <a:pt x="2351704" y="1578615"/>
                  </a:lnTo>
                  <a:lnTo>
                    <a:pt x="2351057" y="1581866"/>
                  </a:lnTo>
                  <a:lnTo>
                    <a:pt x="2344166" y="1596813"/>
                  </a:lnTo>
                  <a:lnTo>
                    <a:pt x="2342325" y="1599569"/>
                  </a:lnTo>
                  <a:lnTo>
                    <a:pt x="2321510" y="1615406"/>
                  </a:lnTo>
                  <a:lnTo>
                    <a:pt x="2318448" y="1616675"/>
                  </a:lnTo>
                  <a:lnTo>
                    <a:pt x="2302192" y="1619249"/>
                  </a:lnTo>
                  <a:lnTo>
                    <a:pt x="66675" y="1619249"/>
                  </a:lnTo>
                  <a:lnTo>
                    <a:pt x="41159" y="1614174"/>
                  </a:lnTo>
                  <a:lnTo>
                    <a:pt x="37114" y="1612499"/>
                  </a:lnTo>
                  <a:lnTo>
                    <a:pt x="8804" y="1585976"/>
                  </a:lnTo>
                  <a:lnTo>
                    <a:pt x="5075" y="1578089"/>
                  </a:lnTo>
                  <a:lnTo>
                    <a:pt x="3399" y="1574045"/>
                  </a:lnTo>
                  <a:lnTo>
                    <a:pt x="2135" y="1569875"/>
                  </a:lnTo>
                  <a:lnTo>
                    <a:pt x="1281" y="1565582"/>
                  </a:lnTo>
                  <a:lnTo>
                    <a:pt x="427" y="1561288"/>
                  </a:lnTo>
                  <a:lnTo>
                    <a:pt x="0" y="1556952"/>
                  </a:lnTo>
                  <a:lnTo>
                    <a:pt x="0" y="1552574"/>
                  </a:lnTo>
                  <a:close/>
                </a:path>
              </a:pathLst>
            </a:custGeom>
            <a:ln w="19049">
              <a:solidFill>
                <a:srgbClr val="C2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54075" y="4259262"/>
            <a:ext cx="1761489" cy="12268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610235">
              <a:lnSpc>
                <a:spcPct val="106100"/>
              </a:lnSpc>
              <a:spcBef>
                <a:spcPts val="15"/>
              </a:spcBef>
            </a:pPr>
            <a:r>
              <a:rPr sz="1650" b="1" spc="140" dirty="0">
                <a:solidFill>
                  <a:srgbClr val="3B4E4E"/>
                </a:solidFill>
                <a:latin typeface="Trebuchet MS"/>
                <a:cs typeface="Trebuchet MS"/>
              </a:rPr>
              <a:t>Security </a:t>
            </a:r>
            <a:r>
              <a:rPr sz="1650" b="1" spc="204" dirty="0">
                <a:solidFill>
                  <a:srgbClr val="3B4E4E"/>
                </a:solidFill>
                <a:latin typeface="Trebuchet MS"/>
                <a:cs typeface="Trebuchet MS"/>
              </a:rPr>
              <a:t>Problems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990"/>
              </a:spcBef>
            </a:pP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AI</a:t>
            </a:r>
            <a:r>
              <a:rPr sz="1350" spc="-6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systems</a:t>
            </a:r>
            <a:r>
              <a:rPr sz="1350" spc="-6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could</a:t>
            </a:r>
            <a:r>
              <a:rPr sz="1350" spc="-6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3B4E4E"/>
                </a:solidFill>
                <a:latin typeface="Tahoma"/>
                <a:cs typeface="Tahoma"/>
              </a:rPr>
              <a:t>be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hacked</a:t>
            </a:r>
            <a:r>
              <a:rPr sz="1350" spc="-8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or</a:t>
            </a:r>
            <a:r>
              <a:rPr sz="1350" spc="-8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manipulated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143249" y="4095749"/>
            <a:ext cx="2362200" cy="1638300"/>
            <a:chOff x="3143249" y="4095749"/>
            <a:chExt cx="2362200" cy="1638300"/>
          </a:xfrm>
        </p:grpSpPr>
        <p:sp>
          <p:nvSpPr>
            <p:cNvPr id="18" name="object 18"/>
            <p:cNvSpPr/>
            <p:nvPr/>
          </p:nvSpPr>
          <p:spPr>
            <a:xfrm>
              <a:off x="3152774" y="4105274"/>
              <a:ext cx="2343150" cy="1619250"/>
            </a:xfrm>
            <a:custGeom>
              <a:avLst/>
              <a:gdLst/>
              <a:ahLst/>
              <a:cxnLst/>
              <a:rect l="l" t="t" r="r" b="b"/>
              <a:pathLst>
                <a:path w="2343150" h="1619250">
                  <a:moveTo>
                    <a:pt x="2295982" y="1619249"/>
                  </a:moveTo>
                  <a:lnTo>
                    <a:pt x="62297" y="1619249"/>
                  </a:lnTo>
                  <a:lnTo>
                    <a:pt x="57961" y="1618822"/>
                  </a:lnTo>
                  <a:lnTo>
                    <a:pt x="22624" y="1602816"/>
                  </a:lnTo>
                  <a:lnTo>
                    <a:pt x="2135" y="1569875"/>
                  </a:lnTo>
                  <a:lnTo>
                    <a:pt x="0" y="1556952"/>
                  </a:lnTo>
                  <a:lnTo>
                    <a:pt x="0" y="1552574"/>
                  </a:lnTo>
                  <a:lnTo>
                    <a:pt x="0" y="62296"/>
                  </a:lnTo>
                  <a:lnTo>
                    <a:pt x="13669" y="25992"/>
                  </a:lnTo>
                  <a:lnTo>
                    <a:pt x="45204" y="3399"/>
                  </a:lnTo>
                  <a:lnTo>
                    <a:pt x="62297" y="0"/>
                  </a:lnTo>
                  <a:lnTo>
                    <a:pt x="2295982" y="0"/>
                  </a:lnTo>
                  <a:lnTo>
                    <a:pt x="2330707" y="17129"/>
                  </a:lnTo>
                  <a:lnTo>
                    <a:pt x="2343150" y="47167"/>
                  </a:lnTo>
                  <a:lnTo>
                    <a:pt x="2343150" y="1572081"/>
                  </a:lnTo>
                  <a:lnTo>
                    <a:pt x="2326019" y="1606806"/>
                  </a:lnTo>
                  <a:lnTo>
                    <a:pt x="2299265" y="1618925"/>
                  </a:lnTo>
                  <a:lnTo>
                    <a:pt x="2295982" y="1619249"/>
                  </a:lnTo>
                  <a:close/>
                </a:path>
              </a:pathLst>
            </a:custGeom>
            <a:solidFill>
              <a:srgbClr val="FFF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152774" y="4105274"/>
              <a:ext cx="2343150" cy="1619250"/>
            </a:xfrm>
            <a:custGeom>
              <a:avLst/>
              <a:gdLst/>
              <a:ahLst/>
              <a:cxnLst/>
              <a:rect l="l" t="t" r="r" b="b"/>
              <a:pathLst>
                <a:path w="2343150" h="1619250">
                  <a:moveTo>
                    <a:pt x="0" y="15525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1" y="53666"/>
                  </a:lnTo>
                  <a:lnTo>
                    <a:pt x="2135" y="49373"/>
                  </a:lnTo>
                  <a:lnTo>
                    <a:pt x="3400" y="45203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2"/>
                  </a:lnTo>
                  <a:lnTo>
                    <a:pt x="11237" y="29632"/>
                  </a:lnTo>
                  <a:lnTo>
                    <a:pt x="13669" y="25992"/>
                  </a:lnTo>
                  <a:lnTo>
                    <a:pt x="16433" y="22624"/>
                  </a:lnTo>
                  <a:lnTo>
                    <a:pt x="19528" y="19528"/>
                  </a:lnTo>
                  <a:lnTo>
                    <a:pt x="22624" y="16433"/>
                  </a:lnTo>
                  <a:lnTo>
                    <a:pt x="25992" y="13668"/>
                  </a:lnTo>
                  <a:lnTo>
                    <a:pt x="29632" y="11236"/>
                  </a:lnTo>
                  <a:lnTo>
                    <a:pt x="33272" y="8804"/>
                  </a:lnTo>
                  <a:lnTo>
                    <a:pt x="37114" y="6750"/>
                  </a:lnTo>
                  <a:lnTo>
                    <a:pt x="41159" y="5075"/>
                  </a:lnTo>
                  <a:lnTo>
                    <a:pt x="45204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2292667" y="0"/>
                  </a:lnTo>
                  <a:lnTo>
                    <a:pt x="2295982" y="0"/>
                  </a:lnTo>
                  <a:lnTo>
                    <a:pt x="2299264" y="323"/>
                  </a:lnTo>
                  <a:lnTo>
                    <a:pt x="2302515" y="970"/>
                  </a:lnTo>
                  <a:lnTo>
                    <a:pt x="2305766" y="1616"/>
                  </a:lnTo>
                  <a:lnTo>
                    <a:pt x="2336483" y="25191"/>
                  </a:lnTo>
                  <a:lnTo>
                    <a:pt x="2339306" y="31163"/>
                  </a:lnTo>
                  <a:lnTo>
                    <a:pt x="2340575" y="34225"/>
                  </a:lnTo>
                  <a:lnTo>
                    <a:pt x="2341532" y="37382"/>
                  </a:lnTo>
                  <a:lnTo>
                    <a:pt x="2342179" y="40633"/>
                  </a:lnTo>
                  <a:lnTo>
                    <a:pt x="2342826" y="43884"/>
                  </a:lnTo>
                  <a:lnTo>
                    <a:pt x="2343150" y="47167"/>
                  </a:lnTo>
                  <a:lnTo>
                    <a:pt x="2343150" y="50482"/>
                  </a:lnTo>
                  <a:lnTo>
                    <a:pt x="2343150" y="1568767"/>
                  </a:lnTo>
                  <a:lnTo>
                    <a:pt x="2343150" y="1572081"/>
                  </a:lnTo>
                  <a:lnTo>
                    <a:pt x="2342826" y="1575364"/>
                  </a:lnTo>
                  <a:lnTo>
                    <a:pt x="2342179" y="1578615"/>
                  </a:lnTo>
                  <a:lnTo>
                    <a:pt x="2341532" y="1581866"/>
                  </a:lnTo>
                  <a:lnTo>
                    <a:pt x="2340575" y="1585022"/>
                  </a:lnTo>
                  <a:lnTo>
                    <a:pt x="2339306" y="1588085"/>
                  </a:lnTo>
                  <a:lnTo>
                    <a:pt x="2338038" y="1591147"/>
                  </a:lnTo>
                  <a:lnTo>
                    <a:pt x="2336483" y="1594057"/>
                  </a:lnTo>
                  <a:lnTo>
                    <a:pt x="2334641" y="1596813"/>
                  </a:lnTo>
                  <a:lnTo>
                    <a:pt x="2332800" y="1599569"/>
                  </a:lnTo>
                  <a:lnTo>
                    <a:pt x="2311985" y="1615406"/>
                  </a:lnTo>
                  <a:lnTo>
                    <a:pt x="2308923" y="1616675"/>
                  </a:lnTo>
                  <a:lnTo>
                    <a:pt x="2292667" y="1619249"/>
                  </a:lnTo>
                  <a:lnTo>
                    <a:pt x="66675" y="1619249"/>
                  </a:lnTo>
                  <a:lnTo>
                    <a:pt x="62297" y="1619249"/>
                  </a:lnTo>
                  <a:lnTo>
                    <a:pt x="57961" y="1618822"/>
                  </a:lnTo>
                  <a:lnTo>
                    <a:pt x="53667" y="1617968"/>
                  </a:lnTo>
                  <a:lnTo>
                    <a:pt x="49373" y="1617114"/>
                  </a:lnTo>
                  <a:lnTo>
                    <a:pt x="45204" y="1615850"/>
                  </a:lnTo>
                  <a:lnTo>
                    <a:pt x="41159" y="1614174"/>
                  </a:lnTo>
                  <a:lnTo>
                    <a:pt x="37114" y="1612499"/>
                  </a:lnTo>
                  <a:lnTo>
                    <a:pt x="19528" y="1599720"/>
                  </a:lnTo>
                  <a:lnTo>
                    <a:pt x="16433" y="1596625"/>
                  </a:lnTo>
                  <a:lnTo>
                    <a:pt x="5075" y="1578089"/>
                  </a:lnTo>
                  <a:lnTo>
                    <a:pt x="3400" y="1574045"/>
                  </a:lnTo>
                  <a:lnTo>
                    <a:pt x="2135" y="1569875"/>
                  </a:lnTo>
                  <a:lnTo>
                    <a:pt x="1281" y="1565582"/>
                  </a:lnTo>
                  <a:lnTo>
                    <a:pt x="427" y="1561288"/>
                  </a:lnTo>
                  <a:lnTo>
                    <a:pt x="0" y="1556952"/>
                  </a:lnTo>
                  <a:lnTo>
                    <a:pt x="0" y="1552574"/>
                  </a:lnTo>
                  <a:close/>
                </a:path>
              </a:pathLst>
            </a:custGeom>
            <a:ln w="19049">
              <a:solidFill>
                <a:srgbClr val="C2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392636" y="4259262"/>
            <a:ext cx="1885950" cy="12363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200" dirty="0">
                <a:solidFill>
                  <a:srgbClr val="3B4E4E"/>
                </a:solidFill>
                <a:latin typeface="Trebuchet MS"/>
                <a:cs typeface="Trebuchet MS"/>
              </a:rPr>
              <a:t>Costly</a:t>
            </a:r>
            <a:r>
              <a:rPr sz="1650" b="1" spc="-100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650" b="1" spc="210" dirty="0">
                <a:solidFill>
                  <a:srgbClr val="3B4E4E"/>
                </a:solidFill>
                <a:latin typeface="Trebuchet MS"/>
                <a:cs typeface="Trebuchet MS"/>
              </a:rPr>
              <a:t>Mistakes</a:t>
            </a:r>
            <a:endParaRPr sz="1650">
              <a:latin typeface="Trebuchet MS"/>
              <a:cs typeface="Trebuchet MS"/>
            </a:endParaRPr>
          </a:p>
          <a:p>
            <a:pPr marL="12700" marR="216535">
              <a:lnSpc>
                <a:spcPct val="134300"/>
              </a:lnSpc>
              <a:spcBef>
                <a:spcPts val="990"/>
              </a:spcBef>
            </a:pP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Errors</a:t>
            </a:r>
            <a:r>
              <a:rPr sz="1350" spc="-3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without</a:t>
            </a:r>
            <a:r>
              <a:rPr sz="1350" spc="-3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3B4E4E"/>
                </a:solidFill>
                <a:latin typeface="Tahoma"/>
                <a:cs typeface="Tahoma"/>
              </a:rPr>
              <a:t>human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approval</a:t>
            </a:r>
            <a:r>
              <a:rPr sz="1350" spc="-6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can</a:t>
            </a:r>
            <a:r>
              <a:rPr sz="1350" spc="-6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3B4E4E"/>
                </a:solidFill>
                <a:latin typeface="Tahoma"/>
                <a:cs typeface="Tahoma"/>
              </a:rPr>
              <a:t>be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expensive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78103" y="2080045"/>
            <a:ext cx="460375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500"/>
              </a:lnSpc>
              <a:spcBef>
                <a:spcPts val="100"/>
              </a:spcBef>
            </a:pPr>
            <a:r>
              <a:rPr sz="1400" i="1" spc="-20" dirty="0">
                <a:solidFill>
                  <a:srgbClr val="3B4E4E"/>
                </a:solidFill>
                <a:latin typeface="Arial"/>
                <a:cs typeface="Arial"/>
              </a:rPr>
              <a:t>"Agentic</a:t>
            </a:r>
            <a:r>
              <a:rPr sz="1400" i="1" spc="-105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sz="1400" i="1" spc="-55" dirty="0">
                <a:solidFill>
                  <a:srgbClr val="3B4E4E"/>
                </a:solidFill>
                <a:latin typeface="Arial"/>
                <a:cs typeface="Arial"/>
              </a:rPr>
              <a:t>AI</a:t>
            </a:r>
            <a:r>
              <a:rPr sz="1400" i="1" spc="-35" dirty="0">
                <a:solidFill>
                  <a:srgbClr val="3B4E4E"/>
                </a:solidFill>
                <a:latin typeface="Arial"/>
                <a:cs typeface="Arial"/>
              </a:rPr>
              <a:t> is </a:t>
            </a:r>
            <a:r>
              <a:rPr sz="1400" i="1" dirty="0">
                <a:solidFill>
                  <a:srgbClr val="3B4E4E"/>
                </a:solidFill>
                <a:latin typeface="Arial"/>
                <a:cs typeface="Arial"/>
              </a:rPr>
              <a:t>not</a:t>
            </a:r>
            <a:r>
              <a:rPr sz="1400" i="1" spc="-30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3B4E4E"/>
                </a:solidFill>
                <a:latin typeface="Arial"/>
                <a:cs typeface="Arial"/>
              </a:rPr>
              <a:t>about</a:t>
            </a:r>
            <a:r>
              <a:rPr sz="1400" i="1" spc="-35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sz="1400" i="1" spc="-20" dirty="0">
                <a:solidFill>
                  <a:srgbClr val="3B4E4E"/>
                </a:solidFill>
                <a:latin typeface="Arial"/>
                <a:cs typeface="Arial"/>
              </a:rPr>
              <a:t>generating</a:t>
            </a:r>
            <a:r>
              <a:rPr sz="1400" i="1" spc="-35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sz="1400" i="1" spc="-60" dirty="0">
                <a:solidFill>
                  <a:srgbClr val="3B4E4E"/>
                </a:solidFill>
                <a:latin typeface="Arial"/>
                <a:cs typeface="Arial"/>
              </a:rPr>
              <a:t>answers.</a:t>
            </a:r>
            <a:r>
              <a:rPr sz="1400" i="1" spc="-35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3B4E4E"/>
                </a:solidFill>
                <a:latin typeface="Arial"/>
                <a:cs typeface="Arial"/>
              </a:rPr>
              <a:t>It</a:t>
            </a:r>
            <a:r>
              <a:rPr sz="1400" i="1" spc="-35" dirty="0">
                <a:solidFill>
                  <a:srgbClr val="3B4E4E"/>
                </a:solidFill>
                <a:latin typeface="Arial"/>
                <a:cs typeface="Arial"/>
              </a:rPr>
              <a:t> is</a:t>
            </a:r>
            <a:r>
              <a:rPr sz="1400" i="1" spc="-30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3B4E4E"/>
                </a:solidFill>
                <a:latin typeface="Arial"/>
                <a:cs typeface="Arial"/>
              </a:rPr>
              <a:t>about understanding</a:t>
            </a:r>
            <a:r>
              <a:rPr sz="1400" i="1" spc="-70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sz="1400" i="1" spc="-75" dirty="0">
                <a:solidFill>
                  <a:srgbClr val="3B4E4E"/>
                </a:solidFill>
                <a:latin typeface="Arial"/>
                <a:cs typeface="Arial"/>
              </a:rPr>
              <a:t>a</a:t>
            </a:r>
            <a:r>
              <a:rPr sz="1400" i="1" spc="-65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sz="1400" i="1" spc="-40" dirty="0">
                <a:solidFill>
                  <a:srgbClr val="3B4E4E"/>
                </a:solidFill>
                <a:latin typeface="Arial"/>
                <a:cs typeface="Arial"/>
              </a:rPr>
              <a:t>goal,</a:t>
            </a:r>
            <a:r>
              <a:rPr sz="1400" i="1" spc="-65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3B4E4E"/>
                </a:solidFill>
                <a:latin typeface="Arial"/>
                <a:cs typeface="Arial"/>
              </a:rPr>
              <a:t>planning</a:t>
            </a:r>
            <a:r>
              <a:rPr sz="1400" i="1" spc="-65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3B4E4E"/>
                </a:solidFill>
                <a:latin typeface="Arial"/>
                <a:cs typeface="Arial"/>
              </a:rPr>
              <a:t>the</a:t>
            </a:r>
            <a:r>
              <a:rPr sz="1400" i="1" spc="-70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sz="1400" i="1" spc="-50" dirty="0">
                <a:solidFill>
                  <a:srgbClr val="3B4E4E"/>
                </a:solidFill>
                <a:latin typeface="Arial"/>
                <a:cs typeface="Arial"/>
              </a:rPr>
              <a:t>steps,</a:t>
            </a:r>
            <a:r>
              <a:rPr sz="1400" i="1" spc="-65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sz="1400" i="1" spc="-30" dirty="0">
                <a:solidFill>
                  <a:srgbClr val="3B4E4E"/>
                </a:solidFill>
                <a:latin typeface="Arial"/>
                <a:cs typeface="Arial"/>
              </a:rPr>
              <a:t>and</a:t>
            </a:r>
            <a:r>
              <a:rPr sz="1400" i="1" spc="-65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3B4E4E"/>
                </a:solidFill>
                <a:latin typeface="Arial"/>
                <a:cs typeface="Arial"/>
              </a:rPr>
              <a:t>taking</a:t>
            </a:r>
            <a:r>
              <a:rPr sz="1400" i="1" spc="-65" dirty="0">
                <a:solidFill>
                  <a:srgbClr val="3B4E4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3B4E4E"/>
                </a:solidFill>
                <a:latin typeface="Arial"/>
                <a:cs typeface="Arial"/>
              </a:rPr>
              <a:t>action."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934074" y="2009774"/>
            <a:ext cx="19050" cy="857250"/>
          </a:xfrm>
          <a:custGeom>
            <a:avLst/>
            <a:gdLst/>
            <a:ahLst/>
            <a:cxnLst/>
            <a:rect l="l" t="t" r="r" b="b"/>
            <a:pathLst>
              <a:path w="19050" h="857250">
                <a:moveTo>
                  <a:pt x="12155" y="857249"/>
                </a:moveTo>
                <a:lnTo>
                  <a:pt x="6894" y="857249"/>
                </a:lnTo>
                <a:lnTo>
                  <a:pt x="4649" y="856319"/>
                </a:lnTo>
                <a:lnTo>
                  <a:pt x="930" y="852599"/>
                </a:lnTo>
                <a:lnTo>
                  <a:pt x="0" y="850354"/>
                </a:lnTo>
                <a:lnTo>
                  <a:pt x="0" y="847724"/>
                </a:lnTo>
                <a:lnTo>
                  <a:pt x="0" y="6894"/>
                </a:lnTo>
                <a:lnTo>
                  <a:pt x="930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850354"/>
                </a:lnTo>
                <a:lnTo>
                  <a:pt x="18119" y="852599"/>
                </a:lnTo>
                <a:lnTo>
                  <a:pt x="14400" y="856319"/>
                </a:lnTo>
                <a:lnTo>
                  <a:pt x="12155" y="857249"/>
                </a:lnTo>
                <a:close/>
              </a:path>
            </a:pathLst>
          </a:custGeom>
          <a:solidFill>
            <a:srgbClr val="2144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956301" y="3044825"/>
            <a:ext cx="86042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3B4E4E"/>
                </a:solidFill>
                <a:latin typeface="Trebuchet MS"/>
                <a:cs typeface="Trebuchet MS"/>
              </a:rPr>
              <a:t>Thank</a:t>
            </a:r>
            <a:r>
              <a:rPr sz="1350" b="1" spc="-120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350" b="1" spc="-25" dirty="0">
                <a:solidFill>
                  <a:srgbClr val="3B4E4E"/>
                </a:solidFill>
                <a:latin typeface="Trebuchet MS"/>
                <a:cs typeface="Trebuchet MS"/>
              </a:rPr>
              <a:t>You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00074" y="6124574"/>
            <a:ext cx="3295650" cy="1295400"/>
            <a:chOff x="600074" y="6124574"/>
            <a:chExt cx="3295650" cy="1295400"/>
          </a:xfrm>
        </p:grpSpPr>
        <p:sp>
          <p:nvSpPr>
            <p:cNvPr id="25" name="object 25"/>
            <p:cNvSpPr/>
            <p:nvPr/>
          </p:nvSpPr>
          <p:spPr>
            <a:xfrm>
              <a:off x="609599" y="6134099"/>
              <a:ext cx="3276600" cy="1276350"/>
            </a:xfrm>
            <a:custGeom>
              <a:avLst/>
              <a:gdLst/>
              <a:ahLst/>
              <a:cxnLst/>
              <a:rect l="l" t="t" r="r" b="b"/>
              <a:pathLst>
                <a:path w="3276600" h="1276350">
                  <a:moveTo>
                    <a:pt x="3229431" y="1276349"/>
                  </a:moveTo>
                  <a:lnTo>
                    <a:pt x="62297" y="1276349"/>
                  </a:lnTo>
                  <a:lnTo>
                    <a:pt x="57961" y="1275922"/>
                  </a:lnTo>
                  <a:lnTo>
                    <a:pt x="22624" y="1259917"/>
                  </a:lnTo>
                  <a:lnTo>
                    <a:pt x="2135" y="1226976"/>
                  </a:lnTo>
                  <a:lnTo>
                    <a:pt x="0" y="1214052"/>
                  </a:lnTo>
                  <a:lnTo>
                    <a:pt x="0" y="1209674"/>
                  </a:lnTo>
                  <a:lnTo>
                    <a:pt x="0" y="62296"/>
                  </a:lnTo>
                  <a:lnTo>
                    <a:pt x="13668" y="25991"/>
                  </a:lnTo>
                  <a:lnTo>
                    <a:pt x="45204" y="3399"/>
                  </a:lnTo>
                  <a:lnTo>
                    <a:pt x="62297" y="0"/>
                  </a:lnTo>
                  <a:lnTo>
                    <a:pt x="3229431" y="0"/>
                  </a:lnTo>
                  <a:lnTo>
                    <a:pt x="3264157" y="17128"/>
                  </a:lnTo>
                  <a:lnTo>
                    <a:pt x="3276599" y="47167"/>
                  </a:lnTo>
                  <a:lnTo>
                    <a:pt x="3276599" y="1229181"/>
                  </a:lnTo>
                  <a:lnTo>
                    <a:pt x="3259470" y="1263907"/>
                  </a:lnTo>
                  <a:lnTo>
                    <a:pt x="3232714" y="1276026"/>
                  </a:lnTo>
                  <a:lnTo>
                    <a:pt x="3229431" y="1276349"/>
                  </a:lnTo>
                  <a:close/>
                </a:path>
              </a:pathLst>
            </a:custGeom>
            <a:solidFill>
              <a:srgbClr val="FFF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9599" y="6134099"/>
              <a:ext cx="3276600" cy="1276350"/>
            </a:xfrm>
            <a:custGeom>
              <a:avLst/>
              <a:gdLst/>
              <a:ahLst/>
              <a:cxnLst/>
              <a:rect l="l" t="t" r="r" b="b"/>
              <a:pathLst>
                <a:path w="3276600" h="1276350">
                  <a:moveTo>
                    <a:pt x="0" y="12096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1" y="53667"/>
                  </a:lnTo>
                  <a:lnTo>
                    <a:pt x="2135" y="49372"/>
                  </a:lnTo>
                  <a:lnTo>
                    <a:pt x="3399" y="45202"/>
                  </a:lnTo>
                  <a:lnTo>
                    <a:pt x="5075" y="41157"/>
                  </a:lnTo>
                  <a:lnTo>
                    <a:pt x="6750" y="37113"/>
                  </a:lnTo>
                  <a:lnTo>
                    <a:pt x="8804" y="33271"/>
                  </a:lnTo>
                  <a:lnTo>
                    <a:pt x="11236" y="29631"/>
                  </a:lnTo>
                  <a:lnTo>
                    <a:pt x="13668" y="25991"/>
                  </a:lnTo>
                  <a:lnTo>
                    <a:pt x="16432" y="22623"/>
                  </a:lnTo>
                  <a:lnTo>
                    <a:pt x="19528" y="19527"/>
                  </a:lnTo>
                  <a:lnTo>
                    <a:pt x="22624" y="16432"/>
                  </a:lnTo>
                  <a:lnTo>
                    <a:pt x="25992" y="13667"/>
                  </a:lnTo>
                  <a:lnTo>
                    <a:pt x="29632" y="11235"/>
                  </a:lnTo>
                  <a:lnTo>
                    <a:pt x="33272" y="8803"/>
                  </a:lnTo>
                  <a:lnTo>
                    <a:pt x="37114" y="6749"/>
                  </a:lnTo>
                  <a:lnTo>
                    <a:pt x="41159" y="5074"/>
                  </a:lnTo>
                  <a:lnTo>
                    <a:pt x="45204" y="3399"/>
                  </a:lnTo>
                  <a:lnTo>
                    <a:pt x="49373" y="2134"/>
                  </a:lnTo>
                  <a:lnTo>
                    <a:pt x="53667" y="1280"/>
                  </a:lnTo>
                  <a:lnTo>
                    <a:pt x="57961" y="426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3226117" y="0"/>
                  </a:lnTo>
                  <a:lnTo>
                    <a:pt x="3229431" y="0"/>
                  </a:lnTo>
                  <a:lnTo>
                    <a:pt x="3232714" y="323"/>
                  </a:lnTo>
                  <a:lnTo>
                    <a:pt x="3254163" y="8507"/>
                  </a:lnTo>
                  <a:lnTo>
                    <a:pt x="3256919" y="10348"/>
                  </a:lnTo>
                  <a:lnTo>
                    <a:pt x="3259470" y="12441"/>
                  </a:lnTo>
                  <a:lnTo>
                    <a:pt x="3261813" y="14785"/>
                  </a:lnTo>
                  <a:lnTo>
                    <a:pt x="3264157" y="17128"/>
                  </a:lnTo>
                  <a:lnTo>
                    <a:pt x="3266250" y="19679"/>
                  </a:lnTo>
                  <a:lnTo>
                    <a:pt x="3268091" y="22435"/>
                  </a:lnTo>
                  <a:lnTo>
                    <a:pt x="3269933" y="25190"/>
                  </a:lnTo>
                  <a:lnTo>
                    <a:pt x="3271488" y="28099"/>
                  </a:lnTo>
                  <a:lnTo>
                    <a:pt x="3272756" y="31162"/>
                  </a:lnTo>
                  <a:lnTo>
                    <a:pt x="3274025" y="34225"/>
                  </a:lnTo>
                  <a:lnTo>
                    <a:pt x="3274982" y="37382"/>
                  </a:lnTo>
                  <a:lnTo>
                    <a:pt x="3275629" y="40632"/>
                  </a:lnTo>
                  <a:lnTo>
                    <a:pt x="3276276" y="43884"/>
                  </a:lnTo>
                  <a:lnTo>
                    <a:pt x="3276599" y="47167"/>
                  </a:lnTo>
                  <a:lnTo>
                    <a:pt x="3276599" y="50482"/>
                  </a:lnTo>
                  <a:lnTo>
                    <a:pt x="3276599" y="1225867"/>
                  </a:lnTo>
                  <a:lnTo>
                    <a:pt x="3276599" y="1229181"/>
                  </a:lnTo>
                  <a:lnTo>
                    <a:pt x="3276276" y="1232464"/>
                  </a:lnTo>
                  <a:lnTo>
                    <a:pt x="3256919" y="1265999"/>
                  </a:lnTo>
                  <a:lnTo>
                    <a:pt x="3235965" y="1275379"/>
                  </a:lnTo>
                  <a:lnTo>
                    <a:pt x="3232714" y="1276026"/>
                  </a:lnTo>
                  <a:lnTo>
                    <a:pt x="3229431" y="1276349"/>
                  </a:lnTo>
                  <a:lnTo>
                    <a:pt x="3226117" y="1276349"/>
                  </a:lnTo>
                  <a:lnTo>
                    <a:pt x="66675" y="1276349"/>
                  </a:lnTo>
                  <a:lnTo>
                    <a:pt x="41159" y="1271274"/>
                  </a:lnTo>
                  <a:lnTo>
                    <a:pt x="37114" y="1269599"/>
                  </a:lnTo>
                  <a:lnTo>
                    <a:pt x="33272" y="1267545"/>
                  </a:lnTo>
                  <a:lnTo>
                    <a:pt x="29632" y="1265112"/>
                  </a:lnTo>
                  <a:lnTo>
                    <a:pt x="25992" y="1262680"/>
                  </a:lnTo>
                  <a:lnTo>
                    <a:pt x="5075" y="1235190"/>
                  </a:lnTo>
                  <a:lnTo>
                    <a:pt x="3399" y="1231145"/>
                  </a:lnTo>
                  <a:lnTo>
                    <a:pt x="2135" y="1226976"/>
                  </a:lnTo>
                  <a:lnTo>
                    <a:pt x="1281" y="1222682"/>
                  </a:lnTo>
                  <a:lnTo>
                    <a:pt x="427" y="1218388"/>
                  </a:lnTo>
                  <a:lnTo>
                    <a:pt x="0" y="1214052"/>
                  </a:lnTo>
                  <a:lnTo>
                    <a:pt x="0" y="1209674"/>
                  </a:lnTo>
                  <a:close/>
                </a:path>
              </a:pathLst>
            </a:custGeom>
            <a:ln w="19049">
              <a:solidFill>
                <a:srgbClr val="D4A5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54075" y="6288087"/>
            <a:ext cx="2665730" cy="8934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310" dirty="0">
                <a:solidFill>
                  <a:srgbClr val="3B4E4E"/>
                </a:solidFill>
                <a:latin typeface="Trebuchet MS"/>
                <a:cs typeface="Trebuchet MS"/>
              </a:rPr>
              <a:t>Human</a:t>
            </a:r>
            <a:r>
              <a:rPr sz="1650" b="1" spc="-75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650" b="1" spc="140" dirty="0">
                <a:solidFill>
                  <a:srgbClr val="3B4E4E"/>
                </a:solidFill>
                <a:latin typeface="Trebuchet MS"/>
                <a:cs typeface="Trebuchet MS"/>
              </a:rPr>
              <a:t>Supervision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Still</a:t>
            </a:r>
            <a:r>
              <a:rPr sz="1350" spc="-3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very</a:t>
            </a:r>
            <a:r>
              <a:rPr sz="1350" spc="-3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important</a:t>
            </a:r>
            <a:r>
              <a:rPr sz="1350" spc="-3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430" dirty="0">
                <a:solidFill>
                  <a:srgbClr val="3B4E4E"/>
                </a:solidFill>
                <a:latin typeface="Tahoma"/>
                <a:cs typeface="Tahoma"/>
              </a:rPr>
              <a:t>—</a:t>
            </a:r>
            <a:r>
              <a:rPr sz="1350" spc="-11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AI</a:t>
            </a:r>
            <a:r>
              <a:rPr sz="1350" spc="-3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should</a:t>
            </a:r>
            <a:r>
              <a:rPr sz="1350" spc="-3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3B4E4E"/>
                </a:solidFill>
                <a:latin typeface="Tahoma"/>
                <a:cs typeface="Tahoma"/>
              </a:rPr>
              <a:t>not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act</a:t>
            </a:r>
            <a:r>
              <a:rPr sz="1350" spc="-4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fully</a:t>
            </a:r>
            <a:r>
              <a:rPr sz="1350" spc="-4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3B4E4E"/>
                </a:solidFill>
                <a:latin typeface="Tahoma"/>
                <a:cs typeface="Tahoma"/>
              </a:rPr>
              <a:t>alone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067174" y="6124574"/>
            <a:ext cx="3295650" cy="1295400"/>
            <a:chOff x="4067174" y="6124574"/>
            <a:chExt cx="3295650" cy="1295400"/>
          </a:xfrm>
        </p:grpSpPr>
        <p:sp>
          <p:nvSpPr>
            <p:cNvPr id="29" name="object 29"/>
            <p:cNvSpPr/>
            <p:nvPr/>
          </p:nvSpPr>
          <p:spPr>
            <a:xfrm>
              <a:off x="4076699" y="6134099"/>
              <a:ext cx="3276600" cy="1276350"/>
            </a:xfrm>
            <a:custGeom>
              <a:avLst/>
              <a:gdLst/>
              <a:ahLst/>
              <a:cxnLst/>
              <a:rect l="l" t="t" r="r" b="b"/>
              <a:pathLst>
                <a:path w="3276600" h="1276350">
                  <a:moveTo>
                    <a:pt x="3229431" y="1276349"/>
                  </a:moveTo>
                  <a:lnTo>
                    <a:pt x="62297" y="1276349"/>
                  </a:lnTo>
                  <a:lnTo>
                    <a:pt x="57961" y="1275922"/>
                  </a:lnTo>
                  <a:lnTo>
                    <a:pt x="22624" y="1259917"/>
                  </a:lnTo>
                  <a:lnTo>
                    <a:pt x="2135" y="1226976"/>
                  </a:lnTo>
                  <a:lnTo>
                    <a:pt x="0" y="1214052"/>
                  </a:lnTo>
                  <a:lnTo>
                    <a:pt x="0" y="1209674"/>
                  </a:lnTo>
                  <a:lnTo>
                    <a:pt x="0" y="62296"/>
                  </a:lnTo>
                  <a:lnTo>
                    <a:pt x="13668" y="25991"/>
                  </a:lnTo>
                  <a:lnTo>
                    <a:pt x="45203" y="3399"/>
                  </a:lnTo>
                  <a:lnTo>
                    <a:pt x="62297" y="0"/>
                  </a:lnTo>
                  <a:lnTo>
                    <a:pt x="3229431" y="0"/>
                  </a:lnTo>
                  <a:lnTo>
                    <a:pt x="3264157" y="17128"/>
                  </a:lnTo>
                  <a:lnTo>
                    <a:pt x="3276600" y="47167"/>
                  </a:lnTo>
                  <a:lnTo>
                    <a:pt x="3276600" y="1229181"/>
                  </a:lnTo>
                  <a:lnTo>
                    <a:pt x="3259469" y="1263907"/>
                  </a:lnTo>
                  <a:lnTo>
                    <a:pt x="3232714" y="1276026"/>
                  </a:lnTo>
                  <a:lnTo>
                    <a:pt x="3229431" y="1276349"/>
                  </a:lnTo>
                  <a:close/>
                </a:path>
              </a:pathLst>
            </a:custGeom>
            <a:solidFill>
              <a:srgbClr val="FFF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076699" y="6134099"/>
              <a:ext cx="3276600" cy="1276350"/>
            </a:xfrm>
            <a:custGeom>
              <a:avLst/>
              <a:gdLst/>
              <a:ahLst/>
              <a:cxnLst/>
              <a:rect l="l" t="t" r="r" b="b"/>
              <a:pathLst>
                <a:path w="3276600" h="1276350">
                  <a:moveTo>
                    <a:pt x="0" y="12096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1" y="53667"/>
                  </a:lnTo>
                  <a:lnTo>
                    <a:pt x="2135" y="49372"/>
                  </a:lnTo>
                  <a:lnTo>
                    <a:pt x="3399" y="45202"/>
                  </a:lnTo>
                  <a:lnTo>
                    <a:pt x="5075" y="41157"/>
                  </a:lnTo>
                  <a:lnTo>
                    <a:pt x="6750" y="37113"/>
                  </a:lnTo>
                  <a:lnTo>
                    <a:pt x="8804" y="33271"/>
                  </a:lnTo>
                  <a:lnTo>
                    <a:pt x="11236" y="29631"/>
                  </a:lnTo>
                  <a:lnTo>
                    <a:pt x="13668" y="25991"/>
                  </a:lnTo>
                  <a:lnTo>
                    <a:pt x="16433" y="22623"/>
                  </a:lnTo>
                  <a:lnTo>
                    <a:pt x="19528" y="19527"/>
                  </a:lnTo>
                  <a:lnTo>
                    <a:pt x="22624" y="16432"/>
                  </a:lnTo>
                  <a:lnTo>
                    <a:pt x="25992" y="13667"/>
                  </a:lnTo>
                  <a:lnTo>
                    <a:pt x="29632" y="11235"/>
                  </a:lnTo>
                  <a:lnTo>
                    <a:pt x="33272" y="8803"/>
                  </a:lnTo>
                  <a:lnTo>
                    <a:pt x="37114" y="6749"/>
                  </a:lnTo>
                  <a:lnTo>
                    <a:pt x="41159" y="5074"/>
                  </a:lnTo>
                  <a:lnTo>
                    <a:pt x="45203" y="3399"/>
                  </a:lnTo>
                  <a:lnTo>
                    <a:pt x="49373" y="2134"/>
                  </a:lnTo>
                  <a:lnTo>
                    <a:pt x="53667" y="1280"/>
                  </a:lnTo>
                  <a:lnTo>
                    <a:pt x="57961" y="426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3226117" y="0"/>
                  </a:lnTo>
                  <a:lnTo>
                    <a:pt x="3229431" y="0"/>
                  </a:lnTo>
                  <a:lnTo>
                    <a:pt x="3232714" y="323"/>
                  </a:lnTo>
                  <a:lnTo>
                    <a:pt x="3235965" y="969"/>
                  </a:lnTo>
                  <a:lnTo>
                    <a:pt x="3239216" y="1616"/>
                  </a:lnTo>
                  <a:lnTo>
                    <a:pt x="3261813" y="14785"/>
                  </a:lnTo>
                  <a:lnTo>
                    <a:pt x="3264157" y="17128"/>
                  </a:lnTo>
                  <a:lnTo>
                    <a:pt x="3266250" y="19679"/>
                  </a:lnTo>
                  <a:lnTo>
                    <a:pt x="3268091" y="22435"/>
                  </a:lnTo>
                  <a:lnTo>
                    <a:pt x="3269933" y="25190"/>
                  </a:lnTo>
                  <a:lnTo>
                    <a:pt x="3271488" y="28099"/>
                  </a:lnTo>
                  <a:lnTo>
                    <a:pt x="3272756" y="31162"/>
                  </a:lnTo>
                  <a:lnTo>
                    <a:pt x="3274025" y="34225"/>
                  </a:lnTo>
                  <a:lnTo>
                    <a:pt x="3274982" y="37382"/>
                  </a:lnTo>
                  <a:lnTo>
                    <a:pt x="3275629" y="40632"/>
                  </a:lnTo>
                  <a:lnTo>
                    <a:pt x="3276276" y="43884"/>
                  </a:lnTo>
                  <a:lnTo>
                    <a:pt x="3276600" y="47167"/>
                  </a:lnTo>
                  <a:lnTo>
                    <a:pt x="3276600" y="50482"/>
                  </a:lnTo>
                  <a:lnTo>
                    <a:pt x="3276600" y="1225867"/>
                  </a:lnTo>
                  <a:lnTo>
                    <a:pt x="3276600" y="1229181"/>
                  </a:lnTo>
                  <a:lnTo>
                    <a:pt x="3276276" y="1232464"/>
                  </a:lnTo>
                  <a:lnTo>
                    <a:pt x="3268091" y="1253914"/>
                  </a:lnTo>
                  <a:lnTo>
                    <a:pt x="3266250" y="1256669"/>
                  </a:lnTo>
                  <a:lnTo>
                    <a:pt x="3235965" y="1275379"/>
                  </a:lnTo>
                  <a:lnTo>
                    <a:pt x="3232714" y="1276026"/>
                  </a:lnTo>
                  <a:lnTo>
                    <a:pt x="3229431" y="1276349"/>
                  </a:lnTo>
                  <a:lnTo>
                    <a:pt x="3226117" y="1276349"/>
                  </a:lnTo>
                  <a:lnTo>
                    <a:pt x="66675" y="1276349"/>
                  </a:lnTo>
                  <a:lnTo>
                    <a:pt x="62297" y="1276349"/>
                  </a:lnTo>
                  <a:lnTo>
                    <a:pt x="57961" y="1275922"/>
                  </a:lnTo>
                  <a:lnTo>
                    <a:pt x="53667" y="1275068"/>
                  </a:lnTo>
                  <a:lnTo>
                    <a:pt x="49373" y="1274214"/>
                  </a:lnTo>
                  <a:lnTo>
                    <a:pt x="45203" y="1272949"/>
                  </a:lnTo>
                  <a:lnTo>
                    <a:pt x="41159" y="1271274"/>
                  </a:lnTo>
                  <a:lnTo>
                    <a:pt x="37114" y="1269599"/>
                  </a:lnTo>
                  <a:lnTo>
                    <a:pt x="33272" y="1267545"/>
                  </a:lnTo>
                  <a:lnTo>
                    <a:pt x="29631" y="1265112"/>
                  </a:lnTo>
                  <a:lnTo>
                    <a:pt x="25992" y="1262680"/>
                  </a:lnTo>
                  <a:lnTo>
                    <a:pt x="22624" y="1259917"/>
                  </a:lnTo>
                  <a:lnTo>
                    <a:pt x="19528" y="1256821"/>
                  </a:lnTo>
                  <a:lnTo>
                    <a:pt x="16433" y="1253725"/>
                  </a:lnTo>
                  <a:lnTo>
                    <a:pt x="5075" y="1235190"/>
                  </a:lnTo>
                  <a:lnTo>
                    <a:pt x="3399" y="1231145"/>
                  </a:lnTo>
                  <a:lnTo>
                    <a:pt x="2135" y="1226976"/>
                  </a:lnTo>
                  <a:lnTo>
                    <a:pt x="1281" y="1222682"/>
                  </a:lnTo>
                  <a:lnTo>
                    <a:pt x="427" y="1218388"/>
                  </a:lnTo>
                  <a:lnTo>
                    <a:pt x="0" y="1214052"/>
                  </a:lnTo>
                  <a:lnTo>
                    <a:pt x="0" y="1209674"/>
                  </a:lnTo>
                  <a:close/>
                </a:path>
              </a:pathLst>
            </a:custGeom>
            <a:ln w="19049">
              <a:solidFill>
                <a:srgbClr val="D4A5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321175" y="6288087"/>
            <a:ext cx="2851785" cy="85818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200" dirty="0">
                <a:solidFill>
                  <a:srgbClr val="3B4E4E"/>
                </a:solidFill>
                <a:latin typeface="Trebuchet MS"/>
                <a:cs typeface="Trebuchet MS"/>
              </a:rPr>
              <a:t>Hi</a:t>
            </a:r>
            <a:r>
              <a:rPr lang="en-IN" sz="1650" b="1" spc="200" dirty="0">
                <a:solidFill>
                  <a:srgbClr val="3B4E4E"/>
                </a:solidFill>
                <a:latin typeface="Trebuchet MS"/>
                <a:cs typeface="Trebuchet MS"/>
              </a:rPr>
              <a:t>g</a:t>
            </a:r>
            <a:r>
              <a:rPr sz="1650" b="1" spc="200" dirty="0">
                <a:solidFill>
                  <a:srgbClr val="3B4E4E"/>
                </a:solidFill>
                <a:latin typeface="Trebuchet MS"/>
                <a:cs typeface="Trebuchet MS"/>
              </a:rPr>
              <a:t>h</a:t>
            </a:r>
            <a:r>
              <a:rPr sz="1650" b="1" spc="-95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650" b="1" spc="229" dirty="0">
                <a:solidFill>
                  <a:srgbClr val="3B4E4E"/>
                </a:solidFill>
                <a:latin typeface="Trebuchet MS"/>
                <a:cs typeface="Trebuchet MS"/>
              </a:rPr>
              <a:t>Costs</a:t>
            </a:r>
            <a:endParaRPr sz="1650" dirty="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Running</a:t>
            </a:r>
            <a:r>
              <a:rPr sz="1350" spc="-5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complex</a:t>
            </a:r>
            <a:r>
              <a:rPr sz="1350" spc="-12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AI</a:t>
            </a:r>
            <a:r>
              <a:rPr sz="1350" spc="-5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systems</a:t>
            </a:r>
            <a:r>
              <a:rPr sz="1350" spc="-5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requires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significant</a:t>
            </a:r>
            <a:r>
              <a:rPr sz="1350" spc="5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resources</a:t>
            </a:r>
            <a:endParaRPr sz="1350" dirty="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534274" y="6124574"/>
            <a:ext cx="3295650" cy="1295400"/>
            <a:chOff x="7534274" y="6124574"/>
            <a:chExt cx="3295650" cy="1295400"/>
          </a:xfrm>
        </p:grpSpPr>
        <p:sp>
          <p:nvSpPr>
            <p:cNvPr id="33" name="object 33"/>
            <p:cNvSpPr/>
            <p:nvPr/>
          </p:nvSpPr>
          <p:spPr>
            <a:xfrm>
              <a:off x="7543799" y="6134099"/>
              <a:ext cx="3276600" cy="1276350"/>
            </a:xfrm>
            <a:custGeom>
              <a:avLst/>
              <a:gdLst/>
              <a:ahLst/>
              <a:cxnLst/>
              <a:rect l="l" t="t" r="r" b="b"/>
              <a:pathLst>
                <a:path w="3276600" h="1276350">
                  <a:moveTo>
                    <a:pt x="3229431" y="1276349"/>
                  </a:moveTo>
                  <a:lnTo>
                    <a:pt x="62296" y="1276349"/>
                  </a:lnTo>
                  <a:lnTo>
                    <a:pt x="57960" y="1275922"/>
                  </a:lnTo>
                  <a:lnTo>
                    <a:pt x="22623" y="1259917"/>
                  </a:lnTo>
                  <a:lnTo>
                    <a:pt x="2134" y="1226976"/>
                  </a:lnTo>
                  <a:lnTo>
                    <a:pt x="0" y="1214052"/>
                  </a:lnTo>
                  <a:lnTo>
                    <a:pt x="0" y="1209674"/>
                  </a:lnTo>
                  <a:lnTo>
                    <a:pt x="0" y="62296"/>
                  </a:lnTo>
                  <a:lnTo>
                    <a:pt x="13668" y="25991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3229431" y="0"/>
                  </a:lnTo>
                  <a:lnTo>
                    <a:pt x="3264156" y="17128"/>
                  </a:lnTo>
                  <a:lnTo>
                    <a:pt x="3276598" y="47167"/>
                  </a:lnTo>
                  <a:lnTo>
                    <a:pt x="3276598" y="1229181"/>
                  </a:lnTo>
                  <a:lnTo>
                    <a:pt x="3259470" y="1263907"/>
                  </a:lnTo>
                  <a:lnTo>
                    <a:pt x="3232714" y="1276026"/>
                  </a:lnTo>
                  <a:lnTo>
                    <a:pt x="3229431" y="1276349"/>
                  </a:lnTo>
                  <a:close/>
                </a:path>
              </a:pathLst>
            </a:custGeom>
            <a:solidFill>
              <a:srgbClr val="FFF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43799" y="6134099"/>
              <a:ext cx="3276600" cy="1276350"/>
            </a:xfrm>
            <a:custGeom>
              <a:avLst/>
              <a:gdLst/>
              <a:ahLst/>
              <a:cxnLst/>
              <a:rect l="l" t="t" r="r" b="b"/>
              <a:pathLst>
                <a:path w="3276600" h="1276350">
                  <a:moveTo>
                    <a:pt x="0" y="12096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6" y="57960"/>
                  </a:lnTo>
                  <a:lnTo>
                    <a:pt x="1280" y="53667"/>
                  </a:lnTo>
                  <a:lnTo>
                    <a:pt x="2134" y="49372"/>
                  </a:lnTo>
                  <a:lnTo>
                    <a:pt x="3399" y="45202"/>
                  </a:lnTo>
                  <a:lnTo>
                    <a:pt x="5075" y="41157"/>
                  </a:lnTo>
                  <a:lnTo>
                    <a:pt x="6750" y="37113"/>
                  </a:lnTo>
                  <a:lnTo>
                    <a:pt x="8803" y="33271"/>
                  </a:lnTo>
                  <a:lnTo>
                    <a:pt x="11236" y="29631"/>
                  </a:lnTo>
                  <a:lnTo>
                    <a:pt x="13668" y="25991"/>
                  </a:lnTo>
                  <a:lnTo>
                    <a:pt x="16432" y="22623"/>
                  </a:lnTo>
                  <a:lnTo>
                    <a:pt x="19527" y="19527"/>
                  </a:lnTo>
                  <a:lnTo>
                    <a:pt x="22623" y="16432"/>
                  </a:lnTo>
                  <a:lnTo>
                    <a:pt x="25992" y="13667"/>
                  </a:lnTo>
                  <a:lnTo>
                    <a:pt x="29631" y="11235"/>
                  </a:lnTo>
                  <a:lnTo>
                    <a:pt x="33271" y="8803"/>
                  </a:lnTo>
                  <a:lnTo>
                    <a:pt x="37114" y="6749"/>
                  </a:lnTo>
                  <a:lnTo>
                    <a:pt x="41159" y="5074"/>
                  </a:lnTo>
                  <a:lnTo>
                    <a:pt x="45203" y="3399"/>
                  </a:lnTo>
                  <a:lnTo>
                    <a:pt x="49373" y="2134"/>
                  </a:lnTo>
                  <a:lnTo>
                    <a:pt x="53667" y="1280"/>
                  </a:lnTo>
                  <a:lnTo>
                    <a:pt x="57960" y="426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3226116" y="0"/>
                  </a:lnTo>
                  <a:lnTo>
                    <a:pt x="3229431" y="0"/>
                  </a:lnTo>
                  <a:lnTo>
                    <a:pt x="3232714" y="323"/>
                  </a:lnTo>
                  <a:lnTo>
                    <a:pt x="3235965" y="969"/>
                  </a:lnTo>
                  <a:lnTo>
                    <a:pt x="3239216" y="1616"/>
                  </a:lnTo>
                  <a:lnTo>
                    <a:pt x="3254163" y="8507"/>
                  </a:lnTo>
                  <a:lnTo>
                    <a:pt x="3256920" y="10348"/>
                  </a:lnTo>
                  <a:lnTo>
                    <a:pt x="3259470" y="12441"/>
                  </a:lnTo>
                  <a:lnTo>
                    <a:pt x="3261813" y="14785"/>
                  </a:lnTo>
                  <a:lnTo>
                    <a:pt x="3264156" y="17128"/>
                  </a:lnTo>
                  <a:lnTo>
                    <a:pt x="3266249" y="19679"/>
                  </a:lnTo>
                  <a:lnTo>
                    <a:pt x="3268089" y="22435"/>
                  </a:lnTo>
                  <a:lnTo>
                    <a:pt x="3269932" y="25190"/>
                  </a:lnTo>
                  <a:lnTo>
                    <a:pt x="3276599" y="50482"/>
                  </a:lnTo>
                  <a:lnTo>
                    <a:pt x="3276599" y="1225867"/>
                  </a:lnTo>
                  <a:lnTo>
                    <a:pt x="3261813" y="1261563"/>
                  </a:lnTo>
                  <a:lnTo>
                    <a:pt x="3235963" y="1275379"/>
                  </a:lnTo>
                  <a:lnTo>
                    <a:pt x="3232714" y="1276026"/>
                  </a:lnTo>
                  <a:lnTo>
                    <a:pt x="3229431" y="1276349"/>
                  </a:lnTo>
                  <a:lnTo>
                    <a:pt x="3226116" y="1276349"/>
                  </a:lnTo>
                  <a:lnTo>
                    <a:pt x="66674" y="1276349"/>
                  </a:lnTo>
                  <a:lnTo>
                    <a:pt x="62296" y="1276349"/>
                  </a:lnTo>
                  <a:lnTo>
                    <a:pt x="57960" y="1275922"/>
                  </a:lnTo>
                  <a:lnTo>
                    <a:pt x="53667" y="1275068"/>
                  </a:lnTo>
                  <a:lnTo>
                    <a:pt x="49373" y="1274214"/>
                  </a:lnTo>
                  <a:lnTo>
                    <a:pt x="45203" y="1272949"/>
                  </a:lnTo>
                  <a:lnTo>
                    <a:pt x="41159" y="1271274"/>
                  </a:lnTo>
                  <a:lnTo>
                    <a:pt x="37114" y="1269599"/>
                  </a:lnTo>
                  <a:lnTo>
                    <a:pt x="33271" y="1267545"/>
                  </a:lnTo>
                  <a:lnTo>
                    <a:pt x="29631" y="1265112"/>
                  </a:lnTo>
                  <a:lnTo>
                    <a:pt x="25992" y="1262680"/>
                  </a:lnTo>
                  <a:lnTo>
                    <a:pt x="22623" y="1259917"/>
                  </a:lnTo>
                  <a:lnTo>
                    <a:pt x="19527" y="1256821"/>
                  </a:lnTo>
                  <a:lnTo>
                    <a:pt x="16432" y="1253725"/>
                  </a:lnTo>
                  <a:lnTo>
                    <a:pt x="5074" y="1235190"/>
                  </a:lnTo>
                  <a:lnTo>
                    <a:pt x="3399" y="1231145"/>
                  </a:lnTo>
                  <a:lnTo>
                    <a:pt x="2134" y="1226976"/>
                  </a:lnTo>
                  <a:lnTo>
                    <a:pt x="1280" y="1222682"/>
                  </a:lnTo>
                  <a:lnTo>
                    <a:pt x="426" y="1218388"/>
                  </a:lnTo>
                  <a:lnTo>
                    <a:pt x="0" y="1214052"/>
                  </a:lnTo>
                  <a:lnTo>
                    <a:pt x="0" y="1209674"/>
                  </a:lnTo>
                  <a:close/>
                </a:path>
              </a:pathLst>
            </a:custGeom>
            <a:ln w="19049">
              <a:solidFill>
                <a:srgbClr val="D4A5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788275" y="6288087"/>
            <a:ext cx="2677795" cy="8934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260" dirty="0">
                <a:solidFill>
                  <a:srgbClr val="3B4E4E"/>
                </a:solidFill>
                <a:latin typeface="Trebuchet MS"/>
                <a:cs typeface="Trebuchet MS"/>
              </a:rPr>
              <a:t>Lack</a:t>
            </a:r>
            <a:r>
              <a:rPr sz="1650" b="1" spc="-90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650" b="1" spc="180" dirty="0">
                <a:solidFill>
                  <a:srgbClr val="3B4E4E"/>
                </a:solidFill>
                <a:latin typeface="Trebuchet MS"/>
                <a:cs typeface="Trebuchet MS"/>
              </a:rPr>
              <a:t>of</a:t>
            </a:r>
            <a:r>
              <a:rPr sz="1650" b="1" spc="-155" dirty="0">
                <a:solidFill>
                  <a:srgbClr val="3B4E4E"/>
                </a:solidFill>
                <a:latin typeface="Trebuchet MS"/>
                <a:cs typeface="Trebuchet MS"/>
              </a:rPr>
              <a:t> </a:t>
            </a:r>
            <a:r>
              <a:rPr sz="1650" b="1" spc="180" dirty="0">
                <a:solidFill>
                  <a:srgbClr val="3B4E4E"/>
                </a:solidFill>
                <a:latin typeface="Trebuchet MS"/>
                <a:cs typeface="Trebuchet MS"/>
              </a:rPr>
              <a:t>Transparency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sz="1350" spc="-65" dirty="0">
                <a:solidFill>
                  <a:srgbClr val="3B4E4E"/>
                </a:solidFill>
                <a:latin typeface="Tahoma"/>
                <a:cs typeface="Tahoma"/>
              </a:rPr>
              <a:t>We</a:t>
            </a:r>
            <a:r>
              <a:rPr sz="1350" spc="-7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don't</a:t>
            </a:r>
            <a:r>
              <a:rPr sz="1350" spc="-7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always</a:t>
            </a:r>
            <a:r>
              <a:rPr sz="1350" spc="-7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understand</a:t>
            </a:r>
            <a:r>
              <a:rPr sz="1350" spc="-7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3B4E4E"/>
                </a:solidFill>
                <a:latin typeface="Tahoma"/>
                <a:cs typeface="Tahoma"/>
              </a:rPr>
              <a:t>why</a:t>
            </a:r>
            <a:r>
              <a:rPr sz="1350" spc="-14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3B4E4E"/>
                </a:solidFill>
                <a:latin typeface="Tahoma"/>
                <a:cs typeface="Tahoma"/>
              </a:rPr>
              <a:t>AI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makes</a:t>
            </a:r>
            <a:r>
              <a:rPr sz="1350" spc="-25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3B4E4E"/>
                </a:solidFill>
                <a:latin typeface="Tahoma"/>
                <a:cs typeface="Tahoma"/>
              </a:rPr>
              <a:t>certain</a:t>
            </a:r>
            <a:r>
              <a:rPr sz="1350" spc="-20" dirty="0">
                <a:solidFill>
                  <a:srgbClr val="3B4E4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3B4E4E"/>
                </a:solidFill>
                <a:latin typeface="Tahoma"/>
                <a:cs typeface="Tahoma"/>
              </a:rPr>
              <a:t>decisions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00074" y="2009774"/>
            <a:ext cx="76200" cy="1914525"/>
          </a:xfrm>
          <a:custGeom>
            <a:avLst/>
            <a:gdLst/>
            <a:ahLst/>
            <a:cxnLst/>
            <a:rect l="l" t="t" r="r" b="b"/>
            <a:pathLst>
              <a:path w="76200" h="1914525">
                <a:moveTo>
                  <a:pt x="76200" y="1914524"/>
                </a:moveTo>
                <a:lnTo>
                  <a:pt x="33403" y="1908448"/>
                </a:lnTo>
                <a:lnTo>
                  <a:pt x="6075" y="1881121"/>
                </a:lnTo>
                <a:lnTo>
                  <a:pt x="0" y="1858457"/>
                </a:lnTo>
                <a:lnTo>
                  <a:pt x="0" y="1854517"/>
                </a:lnTo>
                <a:lnTo>
                  <a:pt x="0" y="56067"/>
                </a:lnTo>
                <a:lnTo>
                  <a:pt x="14789" y="20361"/>
                </a:lnTo>
                <a:lnTo>
                  <a:pt x="52165" y="384"/>
                </a:lnTo>
                <a:lnTo>
                  <a:pt x="56067" y="0"/>
                </a:lnTo>
                <a:lnTo>
                  <a:pt x="76200" y="0"/>
                </a:lnTo>
                <a:lnTo>
                  <a:pt x="76200" y="1914524"/>
                </a:lnTo>
                <a:close/>
              </a:path>
            </a:pathLst>
          </a:custGeom>
          <a:solidFill>
            <a:srgbClr val="2144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143249" y="2009774"/>
            <a:ext cx="76200" cy="1914525"/>
          </a:xfrm>
          <a:custGeom>
            <a:avLst/>
            <a:gdLst/>
            <a:ahLst/>
            <a:cxnLst/>
            <a:rect l="l" t="t" r="r" b="b"/>
            <a:pathLst>
              <a:path w="76200" h="1914525">
                <a:moveTo>
                  <a:pt x="76200" y="1914524"/>
                </a:moveTo>
                <a:lnTo>
                  <a:pt x="33402" y="1908448"/>
                </a:lnTo>
                <a:lnTo>
                  <a:pt x="6075" y="1881121"/>
                </a:lnTo>
                <a:lnTo>
                  <a:pt x="0" y="1858457"/>
                </a:lnTo>
                <a:lnTo>
                  <a:pt x="0" y="1854517"/>
                </a:lnTo>
                <a:lnTo>
                  <a:pt x="0" y="56067"/>
                </a:lnTo>
                <a:lnTo>
                  <a:pt x="14789" y="20361"/>
                </a:lnTo>
                <a:lnTo>
                  <a:pt x="52164" y="384"/>
                </a:lnTo>
                <a:lnTo>
                  <a:pt x="56067" y="0"/>
                </a:lnTo>
                <a:lnTo>
                  <a:pt x="76200" y="0"/>
                </a:lnTo>
                <a:lnTo>
                  <a:pt x="76200" y="1914524"/>
                </a:lnTo>
                <a:close/>
              </a:path>
            </a:pathLst>
          </a:custGeom>
          <a:solidFill>
            <a:srgbClr val="2144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00074" y="4095749"/>
            <a:ext cx="76200" cy="1638300"/>
          </a:xfrm>
          <a:custGeom>
            <a:avLst/>
            <a:gdLst/>
            <a:ahLst/>
            <a:cxnLst/>
            <a:rect l="l" t="t" r="r" b="b"/>
            <a:pathLst>
              <a:path w="76200" h="1638300">
                <a:moveTo>
                  <a:pt x="76200" y="1638299"/>
                </a:moveTo>
                <a:lnTo>
                  <a:pt x="33403" y="1632224"/>
                </a:lnTo>
                <a:lnTo>
                  <a:pt x="6075" y="1604895"/>
                </a:lnTo>
                <a:lnTo>
                  <a:pt x="0" y="1582232"/>
                </a:lnTo>
                <a:lnTo>
                  <a:pt x="0" y="1578292"/>
                </a:lnTo>
                <a:lnTo>
                  <a:pt x="0" y="56067"/>
                </a:lnTo>
                <a:lnTo>
                  <a:pt x="14789" y="20361"/>
                </a:lnTo>
                <a:lnTo>
                  <a:pt x="52165" y="384"/>
                </a:lnTo>
                <a:lnTo>
                  <a:pt x="56067" y="0"/>
                </a:lnTo>
                <a:lnTo>
                  <a:pt x="76200" y="0"/>
                </a:lnTo>
                <a:lnTo>
                  <a:pt x="76200" y="1638299"/>
                </a:lnTo>
                <a:close/>
              </a:path>
            </a:pathLst>
          </a:custGeom>
          <a:solidFill>
            <a:srgbClr val="2144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143249" y="4095749"/>
            <a:ext cx="76200" cy="1638300"/>
          </a:xfrm>
          <a:custGeom>
            <a:avLst/>
            <a:gdLst/>
            <a:ahLst/>
            <a:cxnLst/>
            <a:rect l="l" t="t" r="r" b="b"/>
            <a:pathLst>
              <a:path w="76200" h="1638300">
                <a:moveTo>
                  <a:pt x="76200" y="1638299"/>
                </a:moveTo>
                <a:lnTo>
                  <a:pt x="33402" y="1632224"/>
                </a:lnTo>
                <a:lnTo>
                  <a:pt x="6075" y="1604895"/>
                </a:lnTo>
                <a:lnTo>
                  <a:pt x="0" y="1582232"/>
                </a:lnTo>
                <a:lnTo>
                  <a:pt x="0" y="1578292"/>
                </a:lnTo>
                <a:lnTo>
                  <a:pt x="0" y="56067"/>
                </a:lnTo>
                <a:lnTo>
                  <a:pt x="14789" y="20361"/>
                </a:lnTo>
                <a:lnTo>
                  <a:pt x="52164" y="384"/>
                </a:lnTo>
                <a:lnTo>
                  <a:pt x="56067" y="0"/>
                </a:lnTo>
                <a:lnTo>
                  <a:pt x="76200" y="0"/>
                </a:lnTo>
                <a:lnTo>
                  <a:pt x="76200" y="1638299"/>
                </a:lnTo>
                <a:close/>
              </a:path>
            </a:pathLst>
          </a:custGeom>
          <a:solidFill>
            <a:srgbClr val="2144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00074" y="6124574"/>
            <a:ext cx="76200" cy="1295400"/>
          </a:xfrm>
          <a:custGeom>
            <a:avLst/>
            <a:gdLst/>
            <a:ahLst/>
            <a:cxnLst/>
            <a:rect l="l" t="t" r="r" b="b"/>
            <a:pathLst>
              <a:path w="76200" h="1295400">
                <a:moveTo>
                  <a:pt x="76200" y="1295399"/>
                </a:moveTo>
                <a:lnTo>
                  <a:pt x="56067" y="1295399"/>
                </a:lnTo>
                <a:lnTo>
                  <a:pt x="52165" y="1295015"/>
                </a:lnTo>
                <a:lnTo>
                  <a:pt x="14789" y="1275037"/>
                </a:lnTo>
                <a:lnTo>
                  <a:pt x="0" y="1239332"/>
                </a:lnTo>
                <a:lnTo>
                  <a:pt x="0" y="1235392"/>
                </a:lnTo>
                <a:lnTo>
                  <a:pt x="0" y="56066"/>
                </a:lnTo>
                <a:lnTo>
                  <a:pt x="14789" y="20360"/>
                </a:lnTo>
                <a:lnTo>
                  <a:pt x="52165" y="384"/>
                </a:lnTo>
                <a:lnTo>
                  <a:pt x="56067" y="0"/>
                </a:lnTo>
                <a:lnTo>
                  <a:pt x="76200" y="0"/>
                </a:lnTo>
                <a:lnTo>
                  <a:pt x="76200" y="1295399"/>
                </a:lnTo>
                <a:close/>
              </a:path>
            </a:pathLst>
          </a:custGeom>
          <a:solidFill>
            <a:srgbClr val="D4A5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067174" y="6124574"/>
            <a:ext cx="76200" cy="1295400"/>
          </a:xfrm>
          <a:custGeom>
            <a:avLst/>
            <a:gdLst/>
            <a:ahLst/>
            <a:cxnLst/>
            <a:rect l="l" t="t" r="r" b="b"/>
            <a:pathLst>
              <a:path w="76200" h="1295400">
                <a:moveTo>
                  <a:pt x="76200" y="1295399"/>
                </a:moveTo>
                <a:lnTo>
                  <a:pt x="56067" y="1295399"/>
                </a:lnTo>
                <a:lnTo>
                  <a:pt x="52165" y="1295015"/>
                </a:lnTo>
                <a:lnTo>
                  <a:pt x="14789" y="1275037"/>
                </a:lnTo>
                <a:lnTo>
                  <a:pt x="0" y="1239332"/>
                </a:lnTo>
                <a:lnTo>
                  <a:pt x="0" y="1235392"/>
                </a:lnTo>
                <a:lnTo>
                  <a:pt x="0" y="56066"/>
                </a:lnTo>
                <a:lnTo>
                  <a:pt x="14789" y="20360"/>
                </a:lnTo>
                <a:lnTo>
                  <a:pt x="52165" y="384"/>
                </a:lnTo>
                <a:lnTo>
                  <a:pt x="56067" y="0"/>
                </a:lnTo>
                <a:lnTo>
                  <a:pt x="76200" y="0"/>
                </a:lnTo>
                <a:lnTo>
                  <a:pt x="76200" y="1295399"/>
                </a:lnTo>
                <a:close/>
              </a:path>
            </a:pathLst>
          </a:custGeom>
          <a:solidFill>
            <a:srgbClr val="D4A5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534274" y="6124574"/>
            <a:ext cx="76200" cy="1295400"/>
          </a:xfrm>
          <a:custGeom>
            <a:avLst/>
            <a:gdLst/>
            <a:ahLst/>
            <a:cxnLst/>
            <a:rect l="l" t="t" r="r" b="b"/>
            <a:pathLst>
              <a:path w="76200" h="1295400">
                <a:moveTo>
                  <a:pt x="76199" y="1295399"/>
                </a:moveTo>
                <a:lnTo>
                  <a:pt x="56067" y="1295399"/>
                </a:lnTo>
                <a:lnTo>
                  <a:pt x="52164" y="1295015"/>
                </a:lnTo>
                <a:lnTo>
                  <a:pt x="14788" y="1275037"/>
                </a:lnTo>
                <a:lnTo>
                  <a:pt x="0" y="1239332"/>
                </a:lnTo>
                <a:lnTo>
                  <a:pt x="0" y="1235392"/>
                </a:lnTo>
                <a:lnTo>
                  <a:pt x="0" y="56066"/>
                </a:lnTo>
                <a:lnTo>
                  <a:pt x="14788" y="20360"/>
                </a:lnTo>
                <a:lnTo>
                  <a:pt x="52164" y="384"/>
                </a:lnTo>
                <a:lnTo>
                  <a:pt x="56067" y="0"/>
                </a:lnTo>
                <a:lnTo>
                  <a:pt x="76199" y="0"/>
                </a:lnTo>
                <a:lnTo>
                  <a:pt x="76199" y="1295399"/>
                </a:lnTo>
                <a:close/>
              </a:path>
            </a:pathLst>
          </a:custGeom>
          <a:solidFill>
            <a:srgbClr val="D4A57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624</Words>
  <Application>Microsoft Office PowerPoint</Application>
  <PresentationFormat>Custom</PresentationFormat>
  <Paragraphs>131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SimSun-ExtB</vt:lpstr>
      <vt:lpstr>Arial</vt:lpstr>
      <vt:lpstr>Calibri</vt:lpstr>
      <vt:lpstr>Segoe UI Symbol</vt:lpstr>
      <vt:lpstr>Tahoma</vt:lpstr>
      <vt:lpstr>Times New Roman</vt:lpstr>
      <vt:lpstr>Trebuchet MS</vt:lpstr>
      <vt:lpstr>Office Theme</vt:lpstr>
      <vt:lpstr>Agentic AI</vt:lpstr>
      <vt:lpstr>What is AI?</vt:lpstr>
      <vt:lpstr>What is Agentic AI?</vt:lpstr>
      <vt:lpstr>How Does Agentic AI Work?</vt:lpstr>
      <vt:lpstr>Generative AI vs Agentic AI</vt:lpstr>
      <vt:lpstr>AI Agents</vt:lpstr>
      <vt:lpstr>Where Can We Use Agentic AI?</vt:lpstr>
      <vt:lpstr>Example: Planning a Trip</vt:lpstr>
      <vt:lpstr>Advantages of Agentic AI</vt:lpstr>
      <vt:lpstr>Problems and Risks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Anand Williams PC</dc:creator>
  <cp:lastModifiedBy>Anand Williams</cp:lastModifiedBy>
  <cp:revision>1</cp:revision>
  <dcterms:created xsi:type="dcterms:W3CDTF">2026-09-16T08:28:25Z</dcterms:created>
  <dcterms:modified xsi:type="dcterms:W3CDTF">2026-10-04T17:16:10Z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2026-09-09T00:00:00Z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2026-09-16T00:00:00Z</vt:filetime>
  </property>
  <property fmtid="{D5CDD505-2E9C-101B-9397-08002B2CF9AE}" pid="6" name="Producer">
    <vt:lpwstr>pdf-lib (https://github.com/Hopding/pdf-lib)</vt:lpwstr>
  </property>
</Properties>
</file>